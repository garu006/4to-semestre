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77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35.svg"/><Relationship Id="rId4" Type="http://schemas.openxmlformats.org/officeDocument/2006/relationships/image" Target="../media/image31.svg"/><Relationship Id="rId9" Type="http://schemas.openxmlformats.org/officeDocument/2006/relationships/image" Target="../media/image3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35.svg"/><Relationship Id="rId4" Type="http://schemas.openxmlformats.org/officeDocument/2006/relationships/image" Target="../media/image31.svg"/><Relationship Id="rId9" Type="http://schemas.openxmlformats.org/officeDocument/2006/relationships/image" Target="../media/image3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2394BE-B3BC-4CE0-B041-28F1B02A555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425F3EF-0ADD-4CA4-BF74-80FB040A4D8C}">
      <dgm:prSet/>
      <dgm:spPr/>
      <dgm:t>
        <a:bodyPr/>
        <a:lstStyle/>
        <a:p>
          <a:r>
            <a:rPr lang="es-NI"/>
            <a:t>Herencia: Permite crear nuevas clases a partir de otras ya existentes. La clase base se llama superclase y la que hereda se llama subclase.</a:t>
          </a:r>
          <a:endParaRPr lang="en-US"/>
        </a:p>
      </dgm:t>
    </dgm:pt>
    <dgm:pt modelId="{19D4527C-968E-41D7-9866-CFF5DB409476}" type="parTrans" cxnId="{51ED5B09-E033-4E35-AA1C-73399F597AB6}">
      <dgm:prSet/>
      <dgm:spPr/>
      <dgm:t>
        <a:bodyPr/>
        <a:lstStyle/>
        <a:p>
          <a:endParaRPr lang="en-US"/>
        </a:p>
      </dgm:t>
    </dgm:pt>
    <dgm:pt modelId="{A4FA0CB9-2553-46FA-9DE0-883440DFA818}" type="sibTrans" cxnId="{51ED5B09-E033-4E35-AA1C-73399F597AB6}">
      <dgm:prSet/>
      <dgm:spPr/>
      <dgm:t>
        <a:bodyPr/>
        <a:lstStyle/>
        <a:p>
          <a:endParaRPr lang="en-US"/>
        </a:p>
      </dgm:t>
    </dgm:pt>
    <dgm:pt modelId="{417DD106-61E7-4305-8B31-BECCB26F7690}">
      <dgm:prSet/>
      <dgm:spPr/>
      <dgm:t>
        <a:bodyPr/>
        <a:lstStyle/>
        <a:p>
          <a:r>
            <a:rPr lang="es-NI"/>
            <a:t>Se utiliza la palabra clave extends.</a:t>
          </a:r>
          <a:endParaRPr lang="en-US"/>
        </a:p>
      </dgm:t>
    </dgm:pt>
    <dgm:pt modelId="{98F924C3-2BDF-4546-A66E-1C7ED6916BCE}" type="parTrans" cxnId="{074A47FF-4CDB-4590-B3A8-2BFFFCC388AE}">
      <dgm:prSet/>
      <dgm:spPr/>
      <dgm:t>
        <a:bodyPr/>
        <a:lstStyle/>
        <a:p>
          <a:endParaRPr lang="en-US"/>
        </a:p>
      </dgm:t>
    </dgm:pt>
    <dgm:pt modelId="{022D2D39-17EC-4F8C-AE20-AB14E4BEED71}" type="sibTrans" cxnId="{074A47FF-4CDB-4590-B3A8-2BFFFCC388AE}">
      <dgm:prSet/>
      <dgm:spPr/>
      <dgm:t>
        <a:bodyPr/>
        <a:lstStyle/>
        <a:p>
          <a:endParaRPr lang="en-US"/>
        </a:p>
      </dgm:t>
    </dgm:pt>
    <dgm:pt modelId="{712386C8-4A8E-4D0D-862A-FBAF39CC6204}">
      <dgm:prSet/>
      <dgm:spPr/>
      <dgm:t>
        <a:bodyPr/>
        <a:lstStyle/>
        <a:p>
          <a:r>
            <a:rPr lang="es-NI"/>
            <a:t>Una subclase hereda atributos y métodos de su superclase, pero también puede:</a:t>
          </a:r>
          <a:endParaRPr lang="en-US"/>
        </a:p>
      </dgm:t>
    </dgm:pt>
    <dgm:pt modelId="{6B96F5B3-2BAC-4FEC-8F75-85743DC2173D}" type="parTrans" cxnId="{8EC8A089-C8AF-41E3-8DA3-3F1EE46A35CF}">
      <dgm:prSet/>
      <dgm:spPr/>
      <dgm:t>
        <a:bodyPr/>
        <a:lstStyle/>
        <a:p>
          <a:endParaRPr lang="en-US"/>
        </a:p>
      </dgm:t>
    </dgm:pt>
    <dgm:pt modelId="{EB3AB7D4-F9CD-4658-91EF-9E09179F10E6}" type="sibTrans" cxnId="{8EC8A089-C8AF-41E3-8DA3-3F1EE46A35CF}">
      <dgm:prSet/>
      <dgm:spPr/>
      <dgm:t>
        <a:bodyPr/>
        <a:lstStyle/>
        <a:p>
          <a:endParaRPr lang="en-US"/>
        </a:p>
      </dgm:t>
    </dgm:pt>
    <dgm:pt modelId="{FE643E22-9603-427B-B61E-EF67E4C5EEE6}">
      <dgm:prSet/>
      <dgm:spPr/>
      <dgm:t>
        <a:bodyPr/>
        <a:lstStyle/>
        <a:p>
          <a:r>
            <a:rPr lang="es-NI"/>
            <a:t>Agregar nuevos atributos/métodos.</a:t>
          </a:r>
          <a:endParaRPr lang="en-US"/>
        </a:p>
      </dgm:t>
    </dgm:pt>
    <dgm:pt modelId="{07CC5C1D-8E7A-4027-B1B4-8F56D632BFA3}" type="parTrans" cxnId="{5699B339-563D-4D95-9B3E-97086FE71E86}">
      <dgm:prSet/>
      <dgm:spPr/>
      <dgm:t>
        <a:bodyPr/>
        <a:lstStyle/>
        <a:p>
          <a:endParaRPr lang="en-US"/>
        </a:p>
      </dgm:t>
    </dgm:pt>
    <dgm:pt modelId="{0B80280D-D3CB-48EE-8279-A84F69F09CF7}" type="sibTrans" cxnId="{5699B339-563D-4D95-9B3E-97086FE71E86}">
      <dgm:prSet/>
      <dgm:spPr/>
      <dgm:t>
        <a:bodyPr/>
        <a:lstStyle/>
        <a:p>
          <a:endParaRPr lang="en-US"/>
        </a:p>
      </dgm:t>
    </dgm:pt>
    <dgm:pt modelId="{06330730-DF58-4642-AD7D-F19AC2614FCE}">
      <dgm:prSet/>
      <dgm:spPr/>
      <dgm:t>
        <a:bodyPr/>
        <a:lstStyle/>
        <a:p>
          <a:r>
            <a:rPr lang="es-NI"/>
            <a:t>Sobrescribir métodos existentes.</a:t>
          </a:r>
          <a:endParaRPr lang="en-US"/>
        </a:p>
      </dgm:t>
    </dgm:pt>
    <dgm:pt modelId="{0A730B8E-1241-4ACF-A61A-FE956816426A}" type="parTrans" cxnId="{C4E1B98D-07FB-4829-944C-FAE5B01D310B}">
      <dgm:prSet/>
      <dgm:spPr/>
      <dgm:t>
        <a:bodyPr/>
        <a:lstStyle/>
        <a:p>
          <a:endParaRPr lang="en-US"/>
        </a:p>
      </dgm:t>
    </dgm:pt>
    <dgm:pt modelId="{3D08F409-9E51-49C8-8F23-12E9491EA8FE}" type="sibTrans" cxnId="{C4E1B98D-07FB-4829-944C-FAE5B01D310B}">
      <dgm:prSet/>
      <dgm:spPr/>
      <dgm:t>
        <a:bodyPr/>
        <a:lstStyle/>
        <a:p>
          <a:endParaRPr lang="en-US"/>
        </a:p>
      </dgm:t>
    </dgm:pt>
    <dgm:pt modelId="{5BE5F74A-3247-4C3B-BA1B-3B55F1BC3D3C}">
      <dgm:prSet/>
      <dgm:spPr/>
      <dgm:t>
        <a:bodyPr/>
        <a:lstStyle/>
        <a:p>
          <a:r>
            <a:rPr lang="es-NI"/>
            <a:t>super: palabra reservada que permite acceder a métodos o atributos de la superclase.</a:t>
          </a:r>
          <a:endParaRPr lang="en-US"/>
        </a:p>
      </dgm:t>
    </dgm:pt>
    <dgm:pt modelId="{3E027EDD-114C-4A8B-B04F-C8B898493806}" type="parTrans" cxnId="{BD229760-FEEB-4E0F-A666-AE6088B8BCB8}">
      <dgm:prSet/>
      <dgm:spPr/>
      <dgm:t>
        <a:bodyPr/>
        <a:lstStyle/>
        <a:p>
          <a:endParaRPr lang="en-US"/>
        </a:p>
      </dgm:t>
    </dgm:pt>
    <dgm:pt modelId="{F86FC6F0-CE55-4AE0-A04B-8085CDF9D658}" type="sibTrans" cxnId="{BD229760-FEEB-4E0F-A666-AE6088B8BCB8}">
      <dgm:prSet/>
      <dgm:spPr/>
      <dgm:t>
        <a:bodyPr/>
        <a:lstStyle/>
        <a:p>
          <a:endParaRPr lang="en-US"/>
        </a:p>
      </dgm:t>
    </dgm:pt>
    <dgm:pt modelId="{8EBDF153-B112-4816-856D-6E2470F3FB57}" type="pres">
      <dgm:prSet presAssocID="{922394BE-B3BC-4CE0-B041-28F1B02A5554}" presName="root" presStyleCnt="0">
        <dgm:presLayoutVars>
          <dgm:dir/>
          <dgm:resizeHandles val="exact"/>
        </dgm:presLayoutVars>
      </dgm:prSet>
      <dgm:spPr/>
    </dgm:pt>
    <dgm:pt modelId="{E514B4A0-4E21-4630-B387-ED330436D35F}" type="pres">
      <dgm:prSet presAssocID="{D425F3EF-0ADD-4CA4-BF74-80FB040A4D8C}" presName="compNode" presStyleCnt="0"/>
      <dgm:spPr/>
    </dgm:pt>
    <dgm:pt modelId="{1D4F0044-1F91-47E9-BB6D-67376EACEBB6}" type="pres">
      <dgm:prSet presAssocID="{D425F3EF-0ADD-4CA4-BF74-80FB040A4D8C}" presName="bgRect" presStyleLbl="bgShp" presStyleIdx="0" presStyleCnt="4"/>
      <dgm:spPr/>
    </dgm:pt>
    <dgm:pt modelId="{2C1591CF-8356-472B-ABDC-612DA1BDCC26}" type="pres">
      <dgm:prSet presAssocID="{D425F3EF-0ADD-4CA4-BF74-80FB040A4D8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ego"/>
        </a:ext>
      </dgm:extLst>
    </dgm:pt>
    <dgm:pt modelId="{7962278D-28C3-4569-B65C-67BB8A8CEDB5}" type="pres">
      <dgm:prSet presAssocID="{D425F3EF-0ADD-4CA4-BF74-80FB040A4D8C}" presName="spaceRect" presStyleCnt="0"/>
      <dgm:spPr/>
    </dgm:pt>
    <dgm:pt modelId="{1CB39A21-2B6E-4DF8-A8C7-126F41CD9C15}" type="pres">
      <dgm:prSet presAssocID="{D425F3EF-0ADD-4CA4-BF74-80FB040A4D8C}" presName="parTx" presStyleLbl="revTx" presStyleIdx="0" presStyleCnt="5">
        <dgm:presLayoutVars>
          <dgm:chMax val="0"/>
          <dgm:chPref val="0"/>
        </dgm:presLayoutVars>
      </dgm:prSet>
      <dgm:spPr/>
    </dgm:pt>
    <dgm:pt modelId="{299FC8A8-7250-4BF6-9401-DFF186E21AE4}" type="pres">
      <dgm:prSet presAssocID="{A4FA0CB9-2553-46FA-9DE0-883440DFA818}" presName="sibTrans" presStyleCnt="0"/>
      <dgm:spPr/>
    </dgm:pt>
    <dgm:pt modelId="{28518DA1-90B2-4438-ABBC-59C40B0E5DDD}" type="pres">
      <dgm:prSet presAssocID="{417DD106-61E7-4305-8B31-BECCB26F7690}" presName="compNode" presStyleCnt="0"/>
      <dgm:spPr/>
    </dgm:pt>
    <dgm:pt modelId="{9903C52A-2619-43D4-95D8-D9924A010E47}" type="pres">
      <dgm:prSet presAssocID="{417DD106-61E7-4305-8B31-BECCB26F7690}" presName="bgRect" presStyleLbl="bgShp" presStyleIdx="1" presStyleCnt="4"/>
      <dgm:spPr/>
    </dgm:pt>
    <dgm:pt modelId="{4F386DB2-244A-4643-A3B4-F99C0A0055BA}" type="pres">
      <dgm:prSet presAssocID="{417DD106-61E7-4305-8B31-BECCB26F769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2CD690CC-2468-4F49-A3C4-D1F98D213E3B}" type="pres">
      <dgm:prSet presAssocID="{417DD106-61E7-4305-8B31-BECCB26F7690}" presName="spaceRect" presStyleCnt="0"/>
      <dgm:spPr/>
    </dgm:pt>
    <dgm:pt modelId="{C1A115F8-5641-44BD-A473-D5390D3216E3}" type="pres">
      <dgm:prSet presAssocID="{417DD106-61E7-4305-8B31-BECCB26F7690}" presName="parTx" presStyleLbl="revTx" presStyleIdx="1" presStyleCnt="5">
        <dgm:presLayoutVars>
          <dgm:chMax val="0"/>
          <dgm:chPref val="0"/>
        </dgm:presLayoutVars>
      </dgm:prSet>
      <dgm:spPr/>
    </dgm:pt>
    <dgm:pt modelId="{A7A0F90D-5660-4582-8C9E-F26FD1AF0207}" type="pres">
      <dgm:prSet presAssocID="{022D2D39-17EC-4F8C-AE20-AB14E4BEED71}" presName="sibTrans" presStyleCnt="0"/>
      <dgm:spPr/>
    </dgm:pt>
    <dgm:pt modelId="{812513F2-A362-401F-9CDF-1D167A38BAEE}" type="pres">
      <dgm:prSet presAssocID="{712386C8-4A8E-4D0D-862A-FBAF39CC6204}" presName="compNode" presStyleCnt="0"/>
      <dgm:spPr/>
    </dgm:pt>
    <dgm:pt modelId="{365AFC7A-7B3F-470B-85E9-BEFEE593127A}" type="pres">
      <dgm:prSet presAssocID="{712386C8-4A8E-4D0D-862A-FBAF39CC6204}" presName="bgRect" presStyleLbl="bgShp" presStyleIdx="2" presStyleCnt="4"/>
      <dgm:spPr/>
    </dgm:pt>
    <dgm:pt modelId="{5CB19D00-686C-4906-B2A5-242A04862198}" type="pres">
      <dgm:prSet presAssocID="{712386C8-4A8E-4D0D-862A-FBAF39CC620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N"/>
        </a:ext>
      </dgm:extLst>
    </dgm:pt>
    <dgm:pt modelId="{6E6EC582-5A1F-4436-B661-FCD04C11B1C8}" type="pres">
      <dgm:prSet presAssocID="{712386C8-4A8E-4D0D-862A-FBAF39CC6204}" presName="spaceRect" presStyleCnt="0"/>
      <dgm:spPr/>
    </dgm:pt>
    <dgm:pt modelId="{6E33C701-C895-4805-AEBA-93D3FD1130C9}" type="pres">
      <dgm:prSet presAssocID="{712386C8-4A8E-4D0D-862A-FBAF39CC6204}" presName="parTx" presStyleLbl="revTx" presStyleIdx="2" presStyleCnt="5">
        <dgm:presLayoutVars>
          <dgm:chMax val="0"/>
          <dgm:chPref val="0"/>
        </dgm:presLayoutVars>
      </dgm:prSet>
      <dgm:spPr/>
    </dgm:pt>
    <dgm:pt modelId="{33F94F8E-E31F-4E42-9423-2AEB291B7157}" type="pres">
      <dgm:prSet presAssocID="{712386C8-4A8E-4D0D-862A-FBAF39CC6204}" presName="desTx" presStyleLbl="revTx" presStyleIdx="3" presStyleCnt="5">
        <dgm:presLayoutVars/>
      </dgm:prSet>
      <dgm:spPr/>
    </dgm:pt>
    <dgm:pt modelId="{986B224F-D5D0-44A9-8731-5D216F43EFE0}" type="pres">
      <dgm:prSet presAssocID="{EB3AB7D4-F9CD-4658-91EF-9E09179F10E6}" presName="sibTrans" presStyleCnt="0"/>
      <dgm:spPr/>
    </dgm:pt>
    <dgm:pt modelId="{3D42D4CB-56D5-4300-AE1D-164E38DA4A69}" type="pres">
      <dgm:prSet presAssocID="{5BE5F74A-3247-4C3B-BA1B-3B55F1BC3D3C}" presName="compNode" presStyleCnt="0"/>
      <dgm:spPr/>
    </dgm:pt>
    <dgm:pt modelId="{72074956-A48B-4096-BD1E-B18DE201155A}" type="pres">
      <dgm:prSet presAssocID="{5BE5F74A-3247-4C3B-BA1B-3B55F1BC3D3C}" presName="bgRect" presStyleLbl="bgShp" presStyleIdx="3" presStyleCnt="4"/>
      <dgm:spPr/>
    </dgm:pt>
    <dgm:pt modelId="{3AE6F46F-A40F-4560-8B8B-CC46B04380E7}" type="pres">
      <dgm:prSet presAssocID="{5BE5F74A-3247-4C3B-BA1B-3B55F1BC3D3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5E729EE4-523F-4F2A-80CF-1EF6F97831DC}" type="pres">
      <dgm:prSet presAssocID="{5BE5F74A-3247-4C3B-BA1B-3B55F1BC3D3C}" presName="spaceRect" presStyleCnt="0"/>
      <dgm:spPr/>
    </dgm:pt>
    <dgm:pt modelId="{59976B2F-9F14-4BED-BB20-6B315D57CB18}" type="pres">
      <dgm:prSet presAssocID="{5BE5F74A-3247-4C3B-BA1B-3B55F1BC3D3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1ED5B09-E033-4E35-AA1C-73399F597AB6}" srcId="{922394BE-B3BC-4CE0-B041-28F1B02A5554}" destId="{D425F3EF-0ADD-4CA4-BF74-80FB040A4D8C}" srcOrd="0" destOrd="0" parTransId="{19D4527C-968E-41D7-9866-CFF5DB409476}" sibTransId="{A4FA0CB9-2553-46FA-9DE0-883440DFA818}"/>
    <dgm:cxn modelId="{5699B339-563D-4D95-9B3E-97086FE71E86}" srcId="{712386C8-4A8E-4D0D-862A-FBAF39CC6204}" destId="{FE643E22-9603-427B-B61E-EF67E4C5EEE6}" srcOrd="0" destOrd="0" parTransId="{07CC5C1D-8E7A-4027-B1B4-8F56D632BFA3}" sibTransId="{0B80280D-D3CB-48EE-8279-A84F69F09CF7}"/>
    <dgm:cxn modelId="{BD229760-FEEB-4E0F-A666-AE6088B8BCB8}" srcId="{922394BE-B3BC-4CE0-B041-28F1B02A5554}" destId="{5BE5F74A-3247-4C3B-BA1B-3B55F1BC3D3C}" srcOrd="3" destOrd="0" parTransId="{3E027EDD-114C-4A8B-B04F-C8B898493806}" sibTransId="{F86FC6F0-CE55-4AE0-A04B-8085CDF9D658}"/>
    <dgm:cxn modelId="{EFA38D46-5758-42AF-AD83-276E7B026B70}" type="presOf" srcId="{5BE5F74A-3247-4C3B-BA1B-3B55F1BC3D3C}" destId="{59976B2F-9F14-4BED-BB20-6B315D57CB18}" srcOrd="0" destOrd="0" presId="urn:microsoft.com/office/officeart/2018/2/layout/IconVerticalSolidList"/>
    <dgm:cxn modelId="{6337047F-4CDF-41E3-B605-BE56AA75C9DF}" type="presOf" srcId="{922394BE-B3BC-4CE0-B041-28F1B02A5554}" destId="{8EBDF153-B112-4816-856D-6E2470F3FB57}" srcOrd="0" destOrd="0" presId="urn:microsoft.com/office/officeart/2018/2/layout/IconVerticalSolidList"/>
    <dgm:cxn modelId="{8EC8A089-C8AF-41E3-8DA3-3F1EE46A35CF}" srcId="{922394BE-B3BC-4CE0-B041-28F1B02A5554}" destId="{712386C8-4A8E-4D0D-862A-FBAF39CC6204}" srcOrd="2" destOrd="0" parTransId="{6B96F5B3-2BAC-4FEC-8F75-85743DC2173D}" sibTransId="{EB3AB7D4-F9CD-4658-91EF-9E09179F10E6}"/>
    <dgm:cxn modelId="{C4E1B98D-07FB-4829-944C-FAE5B01D310B}" srcId="{712386C8-4A8E-4D0D-862A-FBAF39CC6204}" destId="{06330730-DF58-4642-AD7D-F19AC2614FCE}" srcOrd="1" destOrd="0" parTransId="{0A730B8E-1241-4ACF-A61A-FE956816426A}" sibTransId="{3D08F409-9E51-49C8-8F23-12E9491EA8FE}"/>
    <dgm:cxn modelId="{BC254DA0-DB1D-4809-88E8-6069E208099A}" type="presOf" srcId="{417DD106-61E7-4305-8B31-BECCB26F7690}" destId="{C1A115F8-5641-44BD-A473-D5390D3216E3}" srcOrd="0" destOrd="0" presId="urn:microsoft.com/office/officeart/2018/2/layout/IconVerticalSolidList"/>
    <dgm:cxn modelId="{9901E0B0-1B26-4172-88D2-B7DBF87857E6}" type="presOf" srcId="{712386C8-4A8E-4D0D-862A-FBAF39CC6204}" destId="{6E33C701-C895-4805-AEBA-93D3FD1130C9}" srcOrd="0" destOrd="0" presId="urn:microsoft.com/office/officeart/2018/2/layout/IconVerticalSolidList"/>
    <dgm:cxn modelId="{C9CC29B3-95EF-459F-B9BA-21726DBFBEF5}" type="presOf" srcId="{06330730-DF58-4642-AD7D-F19AC2614FCE}" destId="{33F94F8E-E31F-4E42-9423-2AEB291B7157}" srcOrd="0" destOrd="1" presId="urn:microsoft.com/office/officeart/2018/2/layout/IconVerticalSolidList"/>
    <dgm:cxn modelId="{DF108BDC-97D5-4A38-8FAD-6F26C738526D}" type="presOf" srcId="{D425F3EF-0ADD-4CA4-BF74-80FB040A4D8C}" destId="{1CB39A21-2B6E-4DF8-A8C7-126F41CD9C15}" srcOrd="0" destOrd="0" presId="urn:microsoft.com/office/officeart/2018/2/layout/IconVerticalSolidList"/>
    <dgm:cxn modelId="{03C1CAFD-693E-4FAF-B1E5-CC5DC104AE73}" type="presOf" srcId="{FE643E22-9603-427B-B61E-EF67E4C5EEE6}" destId="{33F94F8E-E31F-4E42-9423-2AEB291B7157}" srcOrd="0" destOrd="0" presId="urn:microsoft.com/office/officeart/2018/2/layout/IconVerticalSolidList"/>
    <dgm:cxn modelId="{074A47FF-4CDB-4590-B3A8-2BFFFCC388AE}" srcId="{922394BE-B3BC-4CE0-B041-28F1B02A5554}" destId="{417DD106-61E7-4305-8B31-BECCB26F7690}" srcOrd="1" destOrd="0" parTransId="{98F924C3-2BDF-4546-A66E-1C7ED6916BCE}" sibTransId="{022D2D39-17EC-4F8C-AE20-AB14E4BEED71}"/>
    <dgm:cxn modelId="{F2E32148-BB6A-4158-AF82-CF0338DFDF5D}" type="presParOf" srcId="{8EBDF153-B112-4816-856D-6E2470F3FB57}" destId="{E514B4A0-4E21-4630-B387-ED330436D35F}" srcOrd="0" destOrd="0" presId="urn:microsoft.com/office/officeart/2018/2/layout/IconVerticalSolidList"/>
    <dgm:cxn modelId="{2B80946B-84DD-4056-8111-680A891FB956}" type="presParOf" srcId="{E514B4A0-4E21-4630-B387-ED330436D35F}" destId="{1D4F0044-1F91-47E9-BB6D-67376EACEBB6}" srcOrd="0" destOrd="0" presId="urn:microsoft.com/office/officeart/2018/2/layout/IconVerticalSolidList"/>
    <dgm:cxn modelId="{C4BECE0A-97AE-45B3-8C14-02CA6A8EE3C4}" type="presParOf" srcId="{E514B4A0-4E21-4630-B387-ED330436D35F}" destId="{2C1591CF-8356-472B-ABDC-612DA1BDCC26}" srcOrd="1" destOrd="0" presId="urn:microsoft.com/office/officeart/2018/2/layout/IconVerticalSolidList"/>
    <dgm:cxn modelId="{38B8465D-F9EA-453F-8063-9CECB1366AF2}" type="presParOf" srcId="{E514B4A0-4E21-4630-B387-ED330436D35F}" destId="{7962278D-28C3-4569-B65C-67BB8A8CEDB5}" srcOrd="2" destOrd="0" presId="urn:microsoft.com/office/officeart/2018/2/layout/IconVerticalSolidList"/>
    <dgm:cxn modelId="{1A5CCC2A-1CB5-4371-94EA-C3241D441CB4}" type="presParOf" srcId="{E514B4A0-4E21-4630-B387-ED330436D35F}" destId="{1CB39A21-2B6E-4DF8-A8C7-126F41CD9C15}" srcOrd="3" destOrd="0" presId="urn:microsoft.com/office/officeart/2018/2/layout/IconVerticalSolidList"/>
    <dgm:cxn modelId="{ECD57785-06B2-460F-80EA-96B2FA334550}" type="presParOf" srcId="{8EBDF153-B112-4816-856D-6E2470F3FB57}" destId="{299FC8A8-7250-4BF6-9401-DFF186E21AE4}" srcOrd="1" destOrd="0" presId="urn:microsoft.com/office/officeart/2018/2/layout/IconVerticalSolidList"/>
    <dgm:cxn modelId="{86925B86-637D-4C98-B7B9-1890DF567EAC}" type="presParOf" srcId="{8EBDF153-B112-4816-856D-6E2470F3FB57}" destId="{28518DA1-90B2-4438-ABBC-59C40B0E5DDD}" srcOrd="2" destOrd="0" presId="urn:microsoft.com/office/officeart/2018/2/layout/IconVerticalSolidList"/>
    <dgm:cxn modelId="{6A2A9164-F549-4042-A769-6826B8AB5507}" type="presParOf" srcId="{28518DA1-90B2-4438-ABBC-59C40B0E5DDD}" destId="{9903C52A-2619-43D4-95D8-D9924A010E47}" srcOrd="0" destOrd="0" presId="urn:microsoft.com/office/officeart/2018/2/layout/IconVerticalSolidList"/>
    <dgm:cxn modelId="{4207B774-1394-4784-BFD9-1C9B515ED0B0}" type="presParOf" srcId="{28518DA1-90B2-4438-ABBC-59C40B0E5DDD}" destId="{4F386DB2-244A-4643-A3B4-F99C0A0055BA}" srcOrd="1" destOrd="0" presId="urn:microsoft.com/office/officeart/2018/2/layout/IconVerticalSolidList"/>
    <dgm:cxn modelId="{BE136F16-7DA5-4C0C-9FB4-107E43FBE02D}" type="presParOf" srcId="{28518DA1-90B2-4438-ABBC-59C40B0E5DDD}" destId="{2CD690CC-2468-4F49-A3C4-D1F98D213E3B}" srcOrd="2" destOrd="0" presId="urn:microsoft.com/office/officeart/2018/2/layout/IconVerticalSolidList"/>
    <dgm:cxn modelId="{9FF18CC4-C153-4864-8052-CDB774D85B91}" type="presParOf" srcId="{28518DA1-90B2-4438-ABBC-59C40B0E5DDD}" destId="{C1A115F8-5641-44BD-A473-D5390D3216E3}" srcOrd="3" destOrd="0" presId="urn:microsoft.com/office/officeart/2018/2/layout/IconVerticalSolidList"/>
    <dgm:cxn modelId="{6EA60D03-669C-46D9-B8C6-42706E7FB37F}" type="presParOf" srcId="{8EBDF153-B112-4816-856D-6E2470F3FB57}" destId="{A7A0F90D-5660-4582-8C9E-F26FD1AF0207}" srcOrd="3" destOrd="0" presId="urn:microsoft.com/office/officeart/2018/2/layout/IconVerticalSolidList"/>
    <dgm:cxn modelId="{7FEF6A2A-A090-4E98-A55B-FB4FB6281B8E}" type="presParOf" srcId="{8EBDF153-B112-4816-856D-6E2470F3FB57}" destId="{812513F2-A362-401F-9CDF-1D167A38BAEE}" srcOrd="4" destOrd="0" presId="urn:microsoft.com/office/officeart/2018/2/layout/IconVerticalSolidList"/>
    <dgm:cxn modelId="{713C8355-0A0C-4F60-8269-C7674AFB63DA}" type="presParOf" srcId="{812513F2-A362-401F-9CDF-1D167A38BAEE}" destId="{365AFC7A-7B3F-470B-85E9-BEFEE593127A}" srcOrd="0" destOrd="0" presId="urn:microsoft.com/office/officeart/2018/2/layout/IconVerticalSolidList"/>
    <dgm:cxn modelId="{FEE7E3CB-C987-41E7-9241-4F8D0B6A15CE}" type="presParOf" srcId="{812513F2-A362-401F-9CDF-1D167A38BAEE}" destId="{5CB19D00-686C-4906-B2A5-242A04862198}" srcOrd="1" destOrd="0" presId="urn:microsoft.com/office/officeart/2018/2/layout/IconVerticalSolidList"/>
    <dgm:cxn modelId="{D633D3AF-60DE-4931-A9D7-4FDED60DC803}" type="presParOf" srcId="{812513F2-A362-401F-9CDF-1D167A38BAEE}" destId="{6E6EC582-5A1F-4436-B661-FCD04C11B1C8}" srcOrd="2" destOrd="0" presId="urn:microsoft.com/office/officeart/2018/2/layout/IconVerticalSolidList"/>
    <dgm:cxn modelId="{C33F72D8-2BEB-4F18-B159-7F050A187F7C}" type="presParOf" srcId="{812513F2-A362-401F-9CDF-1D167A38BAEE}" destId="{6E33C701-C895-4805-AEBA-93D3FD1130C9}" srcOrd="3" destOrd="0" presId="urn:microsoft.com/office/officeart/2018/2/layout/IconVerticalSolidList"/>
    <dgm:cxn modelId="{00287DE0-7A01-4D72-8D43-D8D0D6D3C6DA}" type="presParOf" srcId="{812513F2-A362-401F-9CDF-1D167A38BAEE}" destId="{33F94F8E-E31F-4E42-9423-2AEB291B7157}" srcOrd="4" destOrd="0" presId="urn:microsoft.com/office/officeart/2018/2/layout/IconVerticalSolidList"/>
    <dgm:cxn modelId="{4687EE33-CEAB-4807-88D5-8C0E17557F00}" type="presParOf" srcId="{8EBDF153-B112-4816-856D-6E2470F3FB57}" destId="{986B224F-D5D0-44A9-8731-5D216F43EFE0}" srcOrd="5" destOrd="0" presId="urn:microsoft.com/office/officeart/2018/2/layout/IconVerticalSolidList"/>
    <dgm:cxn modelId="{1B01E234-0D2E-4E8B-AACD-E5451547E017}" type="presParOf" srcId="{8EBDF153-B112-4816-856D-6E2470F3FB57}" destId="{3D42D4CB-56D5-4300-AE1D-164E38DA4A69}" srcOrd="6" destOrd="0" presId="urn:microsoft.com/office/officeart/2018/2/layout/IconVerticalSolidList"/>
    <dgm:cxn modelId="{E5D9431B-5D8C-4C4C-8619-3C1E55FC2B9F}" type="presParOf" srcId="{3D42D4CB-56D5-4300-AE1D-164E38DA4A69}" destId="{72074956-A48B-4096-BD1E-B18DE201155A}" srcOrd="0" destOrd="0" presId="urn:microsoft.com/office/officeart/2018/2/layout/IconVerticalSolidList"/>
    <dgm:cxn modelId="{C15DA9D4-0051-43B4-BA70-3F390A9AB82B}" type="presParOf" srcId="{3D42D4CB-56D5-4300-AE1D-164E38DA4A69}" destId="{3AE6F46F-A40F-4560-8B8B-CC46B04380E7}" srcOrd="1" destOrd="0" presId="urn:microsoft.com/office/officeart/2018/2/layout/IconVerticalSolidList"/>
    <dgm:cxn modelId="{646EE378-73CB-433A-AD02-D677111A9FB8}" type="presParOf" srcId="{3D42D4CB-56D5-4300-AE1D-164E38DA4A69}" destId="{5E729EE4-523F-4F2A-80CF-1EF6F97831DC}" srcOrd="2" destOrd="0" presId="urn:microsoft.com/office/officeart/2018/2/layout/IconVerticalSolidList"/>
    <dgm:cxn modelId="{8E5C77B8-60B8-4FAE-85F4-8EE0F6C94E0C}" type="presParOf" srcId="{3D42D4CB-56D5-4300-AE1D-164E38DA4A69}" destId="{59976B2F-9F14-4BED-BB20-6B315D57CB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D62096-B68E-40CE-BE14-739740CA0F4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7CE4B6D-907B-4704-B3AE-384801BBDB50}">
      <dgm:prSet/>
      <dgm:spPr/>
      <dgm:t>
        <a:bodyPr/>
        <a:lstStyle/>
        <a:p>
          <a:r>
            <a:rPr lang="es-NI"/>
            <a:t>Crea una clase Animal con atributos nombre y edad y un método hacerSonido().</a:t>
          </a:r>
          <a:endParaRPr lang="en-US"/>
        </a:p>
      </dgm:t>
    </dgm:pt>
    <dgm:pt modelId="{4C03045E-AA20-4D4D-87FA-84806E1B43F2}" type="parTrans" cxnId="{5C33D083-7BED-4ECD-8728-FC59E162B76C}">
      <dgm:prSet/>
      <dgm:spPr/>
      <dgm:t>
        <a:bodyPr/>
        <a:lstStyle/>
        <a:p>
          <a:endParaRPr lang="en-US"/>
        </a:p>
      </dgm:t>
    </dgm:pt>
    <dgm:pt modelId="{B937AD0B-DCB1-45BC-9F2D-5189DCBFB3F3}" type="sibTrans" cxnId="{5C33D083-7BED-4ECD-8728-FC59E162B76C}">
      <dgm:prSet/>
      <dgm:spPr/>
      <dgm:t>
        <a:bodyPr/>
        <a:lstStyle/>
        <a:p>
          <a:endParaRPr lang="en-US"/>
        </a:p>
      </dgm:t>
    </dgm:pt>
    <dgm:pt modelId="{9FE2BE80-A23E-4994-817D-4125A4879EBC}">
      <dgm:prSet/>
      <dgm:spPr/>
      <dgm:t>
        <a:bodyPr/>
        <a:lstStyle/>
        <a:p>
          <a:r>
            <a:rPr lang="es-NI"/>
            <a:t>Crea dos subclases: Perro y Gato, cada una sobrescribiendo el método hacerSonido().</a:t>
          </a:r>
          <a:endParaRPr lang="en-US"/>
        </a:p>
      </dgm:t>
    </dgm:pt>
    <dgm:pt modelId="{472C5C4D-2CEA-4AA7-B934-16A07C66E39A}" type="parTrans" cxnId="{18088091-B25B-4CEB-BC6B-BE17AF232B3F}">
      <dgm:prSet/>
      <dgm:spPr/>
      <dgm:t>
        <a:bodyPr/>
        <a:lstStyle/>
        <a:p>
          <a:endParaRPr lang="en-US"/>
        </a:p>
      </dgm:t>
    </dgm:pt>
    <dgm:pt modelId="{3D57A4B2-C79E-4988-B576-0FC512BC7D05}" type="sibTrans" cxnId="{18088091-B25B-4CEB-BC6B-BE17AF232B3F}">
      <dgm:prSet/>
      <dgm:spPr/>
      <dgm:t>
        <a:bodyPr/>
        <a:lstStyle/>
        <a:p>
          <a:endParaRPr lang="en-US"/>
        </a:p>
      </dgm:t>
    </dgm:pt>
    <dgm:pt modelId="{4D3DFA2A-BF84-405A-89E5-5AA83D28C858}">
      <dgm:prSet/>
      <dgm:spPr/>
      <dgm:t>
        <a:bodyPr/>
        <a:lstStyle/>
        <a:p>
          <a:r>
            <a:rPr lang="es-NI"/>
            <a:t>Usa super para imprimir primero el nombre y edad del animal y luego el sonido específico.</a:t>
          </a:r>
          <a:endParaRPr lang="en-US"/>
        </a:p>
      </dgm:t>
    </dgm:pt>
    <dgm:pt modelId="{0236A735-AA27-413F-821D-78AF5AF7734E}" type="parTrans" cxnId="{69D9F169-B584-4239-AFC4-D98F2E01A286}">
      <dgm:prSet/>
      <dgm:spPr/>
      <dgm:t>
        <a:bodyPr/>
        <a:lstStyle/>
        <a:p>
          <a:endParaRPr lang="en-US"/>
        </a:p>
      </dgm:t>
    </dgm:pt>
    <dgm:pt modelId="{7C0D2EE8-6897-412C-BA1E-283378733DD6}" type="sibTrans" cxnId="{69D9F169-B584-4239-AFC4-D98F2E01A286}">
      <dgm:prSet/>
      <dgm:spPr/>
      <dgm:t>
        <a:bodyPr/>
        <a:lstStyle/>
        <a:p>
          <a:endParaRPr lang="en-US"/>
        </a:p>
      </dgm:t>
    </dgm:pt>
    <dgm:pt modelId="{CCEBC457-B0B7-4200-B00E-6D6411934B84}" type="pres">
      <dgm:prSet presAssocID="{9DD62096-B68E-40CE-BE14-739740CA0F44}" presName="root" presStyleCnt="0">
        <dgm:presLayoutVars>
          <dgm:dir/>
          <dgm:resizeHandles val="exact"/>
        </dgm:presLayoutVars>
      </dgm:prSet>
      <dgm:spPr/>
    </dgm:pt>
    <dgm:pt modelId="{59740396-9074-42D0-BBE1-7E59191DB7CA}" type="pres">
      <dgm:prSet presAssocID="{57CE4B6D-907B-4704-B3AE-384801BBDB50}" presName="compNode" presStyleCnt="0"/>
      <dgm:spPr/>
    </dgm:pt>
    <dgm:pt modelId="{A49FD235-D0C2-47C7-A1CD-59E3DA9D3B7D}" type="pres">
      <dgm:prSet presAssocID="{57CE4B6D-907B-4704-B3AE-384801BBDB50}" presName="bgRect" presStyleLbl="bgShp" presStyleIdx="0" presStyleCnt="3"/>
      <dgm:spPr/>
    </dgm:pt>
    <dgm:pt modelId="{CC1CD018-42C0-4D71-8B2E-B84CA2809A00}" type="pres">
      <dgm:prSet presAssocID="{57CE4B6D-907B-4704-B3AE-384801BBDB5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llo"/>
        </a:ext>
      </dgm:extLst>
    </dgm:pt>
    <dgm:pt modelId="{9DF23D04-F8E3-420F-84DB-86CB32FCF37E}" type="pres">
      <dgm:prSet presAssocID="{57CE4B6D-907B-4704-B3AE-384801BBDB50}" presName="spaceRect" presStyleCnt="0"/>
      <dgm:spPr/>
    </dgm:pt>
    <dgm:pt modelId="{EA13A0C6-25FA-4DA3-BA0C-A067C8E09136}" type="pres">
      <dgm:prSet presAssocID="{57CE4B6D-907B-4704-B3AE-384801BBDB50}" presName="parTx" presStyleLbl="revTx" presStyleIdx="0" presStyleCnt="3">
        <dgm:presLayoutVars>
          <dgm:chMax val="0"/>
          <dgm:chPref val="0"/>
        </dgm:presLayoutVars>
      </dgm:prSet>
      <dgm:spPr/>
    </dgm:pt>
    <dgm:pt modelId="{A5D1F288-8747-4D8E-B322-2CD9A8228B4C}" type="pres">
      <dgm:prSet presAssocID="{B937AD0B-DCB1-45BC-9F2D-5189DCBFB3F3}" presName="sibTrans" presStyleCnt="0"/>
      <dgm:spPr/>
    </dgm:pt>
    <dgm:pt modelId="{F5D8B8AD-A3EC-4607-9362-C855B12D9326}" type="pres">
      <dgm:prSet presAssocID="{9FE2BE80-A23E-4994-817D-4125A4879EBC}" presName="compNode" presStyleCnt="0"/>
      <dgm:spPr/>
    </dgm:pt>
    <dgm:pt modelId="{D22A1450-EE6C-4AA2-A5DE-93063E5AA12A}" type="pres">
      <dgm:prSet presAssocID="{9FE2BE80-A23E-4994-817D-4125A4879EBC}" presName="bgRect" presStyleLbl="bgShp" presStyleIdx="1" presStyleCnt="3"/>
      <dgm:spPr/>
    </dgm:pt>
    <dgm:pt modelId="{D96814A0-9DCA-4D2D-BC45-0039BD393BFD}" type="pres">
      <dgm:prSet presAssocID="{9FE2BE80-A23E-4994-817D-4125A4879EB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to"/>
        </a:ext>
      </dgm:extLst>
    </dgm:pt>
    <dgm:pt modelId="{605B378B-81E7-49D0-9028-4EA6D8BA395B}" type="pres">
      <dgm:prSet presAssocID="{9FE2BE80-A23E-4994-817D-4125A4879EBC}" presName="spaceRect" presStyleCnt="0"/>
      <dgm:spPr/>
    </dgm:pt>
    <dgm:pt modelId="{38B6A84B-4D34-449A-B8C9-22A18CA10A69}" type="pres">
      <dgm:prSet presAssocID="{9FE2BE80-A23E-4994-817D-4125A4879EBC}" presName="parTx" presStyleLbl="revTx" presStyleIdx="1" presStyleCnt="3">
        <dgm:presLayoutVars>
          <dgm:chMax val="0"/>
          <dgm:chPref val="0"/>
        </dgm:presLayoutVars>
      </dgm:prSet>
      <dgm:spPr/>
    </dgm:pt>
    <dgm:pt modelId="{2D7E1485-4CA3-4B2A-915D-50D0C29A5D88}" type="pres">
      <dgm:prSet presAssocID="{3D57A4B2-C79E-4988-B576-0FC512BC7D05}" presName="sibTrans" presStyleCnt="0"/>
      <dgm:spPr/>
    </dgm:pt>
    <dgm:pt modelId="{AAACC984-C9DC-4A62-B133-7220E88DE748}" type="pres">
      <dgm:prSet presAssocID="{4D3DFA2A-BF84-405A-89E5-5AA83D28C858}" presName="compNode" presStyleCnt="0"/>
      <dgm:spPr/>
    </dgm:pt>
    <dgm:pt modelId="{3B3DD7D1-4610-41D7-A1DC-87F442D32405}" type="pres">
      <dgm:prSet presAssocID="{4D3DFA2A-BF84-405A-89E5-5AA83D28C858}" presName="bgRect" presStyleLbl="bgShp" presStyleIdx="2" presStyleCnt="3"/>
      <dgm:spPr/>
    </dgm:pt>
    <dgm:pt modelId="{DD341A38-27F2-48B0-A5FA-AC35DF0E391C}" type="pres">
      <dgm:prSet presAssocID="{4D3DFA2A-BF84-405A-89E5-5AA83D28C85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n"/>
        </a:ext>
      </dgm:extLst>
    </dgm:pt>
    <dgm:pt modelId="{2D21E45D-2B6A-42FB-94F0-2BACAF4D05F9}" type="pres">
      <dgm:prSet presAssocID="{4D3DFA2A-BF84-405A-89E5-5AA83D28C858}" presName="spaceRect" presStyleCnt="0"/>
      <dgm:spPr/>
    </dgm:pt>
    <dgm:pt modelId="{293A12D7-BC50-4028-9AC2-3A531819DCCB}" type="pres">
      <dgm:prSet presAssocID="{4D3DFA2A-BF84-405A-89E5-5AA83D28C85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2629E65-1ED6-4E87-B0F0-2ABD75042799}" type="presOf" srcId="{4D3DFA2A-BF84-405A-89E5-5AA83D28C858}" destId="{293A12D7-BC50-4028-9AC2-3A531819DCCB}" srcOrd="0" destOrd="0" presId="urn:microsoft.com/office/officeart/2018/2/layout/IconVerticalSolidList"/>
    <dgm:cxn modelId="{69D9F169-B584-4239-AFC4-D98F2E01A286}" srcId="{9DD62096-B68E-40CE-BE14-739740CA0F44}" destId="{4D3DFA2A-BF84-405A-89E5-5AA83D28C858}" srcOrd="2" destOrd="0" parTransId="{0236A735-AA27-413F-821D-78AF5AF7734E}" sibTransId="{7C0D2EE8-6897-412C-BA1E-283378733DD6}"/>
    <dgm:cxn modelId="{690C0A57-B766-43FF-94DC-873A5167D869}" type="presOf" srcId="{9DD62096-B68E-40CE-BE14-739740CA0F44}" destId="{CCEBC457-B0B7-4200-B00E-6D6411934B84}" srcOrd="0" destOrd="0" presId="urn:microsoft.com/office/officeart/2018/2/layout/IconVerticalSolidList"/>
    <dgm:cxn modelId="{5C33D083-7BED-4ECD-8728-FC59E162B76C}" srcId="{9DD62096-B68E-40CE-BE14-739740CA0F44}" destId="{57CE4B6D-907B-4704-B3AE-384801BBDB50}" srcOrd="0" destOrd="0" parTransId="{4C03045E-AA20-4D4D-87FA-84806E1B43F2}" sibTransId="{B937AD0B-DCB1-45BC-9F2D-5189DCBFB3F3}"/>
    <dgm:cxn modelId="{18088091-B25B-4CEB-BC6B-BE17AF232B3F}" srcId="{9DD62096-B68E-40CE-BE14-739740CA0F44}" destId="{9FE2BE80-A23E-4994-817D-4125A4879EBC}" srcOrd="1" destOrd="0" parTransId="{472C5C4D-2CEA-4AA7-B934-16A07C66E39A}" sibTransId="{3D57A4B2-C79E-4988-B576-0FC512BC7D05}"/>
    <dgm:cxn modelId="{0B9F5AB8-F664-4E78-8EFF-5CD47CAD4016}" type="presOf" srcId="{57CE4B6D-907B-4704-B3AE-384801BBDB50}" destId="{EA13A0C6-25FA-4DA3-BA0C-A067C8E09136}" srcOrd="0" destOrd="0" presId="urn:microsoft.com/office/officeart/2018/2/layout/IconVerticalSolidList"/>
    <dgm:cxn modelId="{1A49E2BA-F19A-4DAC-941A-D5ED8E14496F}" type="presOf" srcId="{9FE2BE80-A23E-4994-817D-4125A4879EBC}" destId="{38B6A84B-4D34-449A-B8C9-22A18CA10A69}" srcOrd="0" destOrd="0" presId="urn:microsoft.com/office/officeart/2018/2/layout/IconVerticalSolidList"/>
    <dgm:cxn modelId="{97163B66-B9CA-4374-80A7-265F5A54E338}" type="presParOf" srcId="{CCEBC457-B0B7-4200-B00E-6D6411934B84}" destId="{59740396-9074-42D0-BBE1-7E59191DB7CA}" srcOrd="0" destOrd="0" presId="urn:microsoft.com/office/officeart/2018/2/layout/IconVerticalSolidList"/>
    <dgm:cxn modelId="{66ADA1AB-020D-48BC-8B2D-99301512D595}" type="presParOf" srcId="{59740396-9074-42D0-BBE1-7E59191DB7CA}" destId="{A49FD235-D0C2-47C7-A1CD-59E3DA9D3B7D}" srcOrd="0" destOrd="0" presId="urn:microsoft.com/office/officeart/2018/2/layout/IconVerticalSolidList"/>
    <dgm:cxn modelId="{06A18B5B-ADB1-4EB6-BB19-6BF0803A6D46}" type="presParOf" srcId="{59740396-9074-42D0-BBE1-7E59191DB7CA}" destId="{CC1CD018-42C0-4D71-8B2E-B84CA2809A00}" srcOrd="1" destOrd="0" presId="urn:microsoft.com/office/officeart/2018/2/layout/IconVerticalSolidList"/>
    <dgm:cxn modelId="{712FFA64-1E19-493A-8285-C2EAD1AB82BB}" type="presParOf" srcId="{59740396-9074-42D0-BBE1-7E59191DB7CA}" destId="{9DF23D04-F8E3-420F-84DB-86CB32FCF37E}" srcOrd="2" destOrd="0" presId="urn:microsoft.com/office/officeart/2018/2/layout/IconVerticalSolidList"/>
    <dgm:cxn modelId="{7EB6220E-B15E-4984-BAA5-CD5143FA5CAF}" type="presParOf" srcId="{59740396-9074-42D0-BBE1-7E59191DB7CA}" destId="{EA13A0C6-25FA-4DA3-BA0C-A067C8E09136}" srcOrd="3" destOrd="0" presId="urn:microsoft.com/office/officeart/2018/2/layout/IconVerticalSolidList"/>
    <dgm:cxn modelId="{09CFC987-4332-411F-8E8D-F4F6B176DC9E}" type="presParOf" srcId="{CCEBC457-B0B7-4200-B00E-6D6411934B84}" destId="{A5D1F288-8747-4D8E-B322-2CD9A8228B4C}" srcOrd="1" destOrd="0" presId="urn:microsoft.com/office/officeart/2018/2/layout/IconVerticalSolidList"/>
    <dgm:cxn modelId="{345FBA12-9537-406C-970D-39643E540EC9}" type="presParOf" srcId="{CCEBC457-B0B7-4200-B00E-6D6411934B84}" destId="{F5D8B8AD-A3EC-4607-9362-C855B12D9326}" srcOrd="2" destOrd="0" presId="urn:microsoft.com/office/officeart/2018/2/layout/IconVerticalSolidList"/>
    <dgm:cxn modelId="{097E570E-6FA1-457F-86B6-4669F7482789}" type="presParOf" srcId="{F5D8B8AD-A3EC-4607-9362-C855B12D9326}" destId="{D22A1450-EE6C-4AA2-A5DE-93063E5AA12A}" srcOrd="0" destOrd="0" presId="urn:microsoft.com/office/officeart/2018/2/layout/IconVerticalSolidList"/>
    <dgm:cxn modelId="{7BDF9D4E-BB03-4929-AAF1-EE08ADAEA8D3}" type="presParOf" srcId="{F5D8B8AD-A3EC-4607-9362-C855B12D9326}" destId="{D96814A0-9DCA-4D2D-BC45-0039BD393BFD}" srcOrd="1" destOrd="0" presId="urn:microsoft.com/office/officeart/2018/2/layout/IconVerticalSolidList"/>
    <dgm:cxn modelId="{BC28579D-B3F6-44DB-B4A9-5026E95C8F57}" type="presParOf" srcId="{F5D8B8AD-A3EC-4607-9362-C855B12D9326}" destId="{605B378B-81E7-49D0-9028-4EA6D8BA395B}" srcOrd="2" destOrd="0" presId="urn:microsoft.com/office/officeart/2018/2/layout/IconVerticalSolidList"/>
    <dgm:cxn modelId="{8BBE4B08-14A0-49FA-A7DB-53CE16DC6EF0}" type="presParOf" srcId="{F5D8B8AD-A3EC-4607-9362-C855B12D9326}" destId="{38B6A84B-4D34-449A-B8C9-22A18CA10A69}" srcOrd="3" destOrd="0" presId="urn:microsoft.com/office/officeart/2018/2/layout/IconVerticalSolidList"/>
    <dgm:cxn modelId="{EB94EAD3-2E23-4BAB-AF13-86674C3E5138}" type="presParOf" srcId="{CCEBC457-B0B7-4200-B00E-6D6411934B84}" destId="{2D7E1485-4CA3-4B2A-915D-50D0C29A5D88}" srcOrd="3" destOrd="0" presId="urn:microsoft.com/office/officeart/2018/2/layout/IconVerticalSolidList"/>
    <dgm:cxn modelId="{5229CC91-B39C-4CCF-A1EB-1FC5F3EFC58B}" type="presParOf" srcId="{CCEBC457-B0B7-4200-B00E-6D6411934B84}" destId="{AAACC984-C9DC-4A62-B133-7220E88DE748}" srcOrd="4" destOrd="0" presId="urn:microsoft.com/office/officeart/2018/2/layout/IconVerticalSolidList"/>
    <dgm:cxn modelId="{1C08E637-59A5-45FD-9275-59B20D7133C6}" type="presParOf" srcId="{AAACC984-C9DC-4A62-B133-7220E88DE748}" destId="{3B3DD7D1-4610-41D7-A1DC-87F442D32405}" srcOrd="0" destOrd="0" presId="urn:microsoft.com/office/officeart/2018/2/layout/IconVerticalSolidList"/>
    <dgm:cxn modelId="{669168DA-19E2-4FE9-999C-628DA32784EF}" type="presParOf" srcId="{AAACC984-C9DC-4A62-B133-7220E88DE748}" destId="{DD341A38-27F2-48B0-A5FA-AC35DF0E391C}" srcOrd="1" destOrd="0" presId="urn:microsoft.com/office/officeart/2018/2/layout/IconVerticalSolidList"/>
    <dgm:cxn modelId="{E8F0D9DC-D336-4971-A237-6EE1C88B3EAE}" type="presParOf" srcId="{AAACC984-C9DC-4A62-B133-7220E88DE748}" destId="{2D21E45D-2B6A-42FB-94F0-2BACAF4D05F9}" srcOrd="2" destOrd="0" presId="urn:microsoft.com/office/officeart/2018/2/layout/IconVerticalSolidList"/>
    <dgm:cxn modelId="{69009B08-EE42-44DC-A2E0-17CDCB26F527}" type="presParOf" srcId="{AAACC984-C9DC-4A62-B133-7220E88DE748}" destId="{293A12D7-BC50-4028-9AC2-3A531819DCC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319CCA-AFD2-4650-A6D9-3E34086DAA5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4C51CC3-592D-43E8-B463-E4EF6A66D41E}">
      <dgm:prSet/>
      <dgm:spPr/>
      <dgm:t>
        <a:bodyPr/>
        <a:lstStyle/>
        <a:p>
          <a:r>
            <a:rPr lang="es-NI"/>
            <a:t>Agrega otra subclase llamada Ave, sobrescribe el método hacerSonido() e incluye un atributo nuevo (puedeVolar).</a:t>
          </a:r>
          <a:endParaRPr lang="en-US"/>
        </a:p>
      </dgm:t>
    </dgm:pt>
    <dgm:pt modelId="{C497FCEA-CCA7-4114-9622-50A19567CCE3}" type="parTrans" cxnId="{3ABF8BFA-D876-4345-B66E-3FD25E765C62}">
      <dgm:prSet/>
      <dgm:spPr/>
      <dgm:t>
        <a:bodyPr/>
        <a:lstStyle/>
        <a:p>
          <a:endParaRPr lang="en-US"/>
        </a:p>
      </dgm:t>
    </dgm:pt>
    <dgm:pt modelId="{2041E7F0-93BF-40A4-8204-0BC973361194}" type="sibTrans" cxnId="{3ABF8BFA-D876-4345-B66E-3FD25E765C62}">
      <dgm:prSet/>
      <dgm:spPr/>
      <dgm:t>
        <a:bodyPr/>
        <a:lstStyle/>
        <a:p>
          <a:endParaRPr lang="en-US"/>
        </a:p>
      </dgm:t>
    </dgm:pt>
    <dgm:pt modelId="{C44EB802-9E44-4028-B1CA-D1F2E88D368B}">
      <dgm:prSet/>
      <dgm:spPr/>
      <dgm:t>
        <a:bodyPr/>
        <a:lstStyle/>
        <a:p>
          <a:r>
            <a:rPr lang="es-NI"/>
            <a:t>Explica en tus palabras qué diferencia hay entre heredar y sobrescribir.</a:t>
          </a:r>
          <a:endParaRPr lang="en-US"/>
        </a:p>
      </dgm:t>
    </dgm:pt>
    <dgm:pt modelId="{0E522310-58EC-421B-B2AB-CFE260B24EC0}" type="parTrans" cxnId="{ED9148C0-9268-4D27-82D6-7DAE6D33A20F}">
      <dgm:prSet/>
      <dgm:spPr/>
      <dgm:t>
        <a:bodyPr/>
        <a:lstStyle/>
        <a:p>
          <a:endParaRPr lang="en-US"/>
        </a:p>
      </dgm:t>
    </dgm:pt>
    <dgm:pt modelId="{364A70EB-1169-412D-B2C4-89F09D9B79A9}" type="sibTrans" cxnId="{ED9148C0-9268-4D27-82D6-7DAE6D33A20F}">
      <dgm:prSet/>
      <dgm:spPr/>
      <dgm:t>
        <a:bodyPr/>
        <a:lstStyle/>
        <a:p>
          <a:endParaRPr lang="en-US"/>
        </a:p>
      </dgm:t>
    </dgm:pt>
    <dgm:pt modelId="{6F639C17-CCBC-4021-A505-405E0345D66C}" type="pres">
      <dgm:prSet presAssocID="{71319CCA-AFD2-4650-A6D9-3E34086DAA5E}" presName="root" presStyleCnt="0">
        <dgm:presLayoutVars>
          <dgm:dir/>
          <dgm:resizeHandles val="exact"/>
        </dgm:presLayoutVars>
      </dgm:prSet>
      <dgm:spPr/>
    </dgm:pt>
    <dgm:pt modelId="{A34A886A-515D-461D-8917-CD7893430B62}" type="pres">
      <dgm:prSet presAssocID="{B4C51CC3-592D-43E8-B463-E4EF6A66D41E}" presName="compNode" presStyleCnt="0"/>
      <dgm:spPr/>
    </dgm:pt>
    <dgm:pt modelId="{F46A22D1-D324-4691-B351-05C4AE208445}" type="pres">
      <dgm:prSet presAssocID="{B4C51CC3-592D-43E8-B463-E4EF6A66D41E}" presName="bgRect" presStyleLbl="bgShp" presStyleIdx="0" presStyleCnt="2"/>
      <dgm:spPr/>
    </dgm:pt>
    <dgm:pt modelId="{67488EBE-26B2-4966-9E08-201D1ADE7C35}" type="pres">
      <dgm:prSet presAssocID="{B4C51CC3-592D-43E8-B463-E4EF6A66D41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rrión"/>
        </a:ext>
      </dgm:extLst>
    </dgm:pt>
    <dgm:pt modelId="{0B29ACAE-550C-44E7-BD2D-D88AA15E2096}" type="pres">
      <dgm:prSet presAssocID="{B4C51CC3-592D-43E8-B463-E4EF6A66D41E}" presName="spaceRect" presStyleCnt="0"/>
      <dgm:spPr/>
    </dgm:pt>
    <dgm:pt modelId="{6D5D443C-524D-409F-83E0-0DC5468B3987}" type="pres">
      <dgm:prSet presAssocID="{B4C51CC3-592D-43E8-B463-E4EF6A66D41E}" presName="parTx" presStyleLbl="revTx" presStyleIdx="0" presStyleCnt="2">
        <dgm:presLayoutVars>
          <dgm:chMax val="0"/>
          <dgm:chPref val="0"/>
        </dgm:presLayoutVars>
      </dgm:prSet>
      <dgm:spPr/>
    </dgm:pt>
    <dgm:pt modelId="{76054166-6D1C-48CF-93E7-B191BDA43E89}" type="pres">
      <dgm:prSet presAssocID="{2041E7F0-93BF-40A4-8204-0BC973361194}" presName="sibTrans" presStyleCnt="0"/>
      <dgm:spPr/>
    </dgm:pt>
    <dgm:pt modelId="{12693902-C0AB-460D-8241-C9D2FB6F0A99}" type="pres">
      <dgm:prSet presAssocID="{C44EB802-9E44-4028-B1CA-D1F2E88D368B}" presName="compNode" presStyleCnt="0"/>
      <dgm:spPr/>
    </dgm:pt>
    <dgm:pt modelId="{56D6E8F1-0458-4C79-BE5A-E2DD245DD6DC}" type="pres">
      <dgm:prSet presAssocID="{C44EB802-9E44-4028-B1CA-D1F2E88D368B}" presName="bgRect" presStyleLbl="bgShp" presStyleIdx="1" presStyleCnt="2"/>
      <dgm:spPr/>
    </dgm:pt>
    <dgm:pt modelId="{18FDDEB3-3A29-473D-8C89-4E2AF0287954}" type="pres">
      <dgm:prSet presAssocID="{C44EB802-9E44-4028-B1CA-D1F2E88D368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guntas"/>
        </a:ext>
      </dgm:extLst>
    </dgm:pt>
    <dgm:pt modelId="{E5E4D0A3-DE3C-46E9-A0D5-5E340C2B0CBC}" type="pres">
      <dgm:prSet presAssocID="{C44EB802-9E44-4028-B1CA-D1F2E88D368B}" presName="spaceRect" presStyleCnt="0"/>
      <dgm:spPr/>
    </dgm:pt>
    <dgm:pt modelId="{FE1C307B-ED2C-4139-A978-429C9FD8D833}" type="pres">
      <dgm:prSet presAssocID="{C44EB802-9E44-4028-B1CA-D1F2E88D368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9CA2A41-34B8-404F-A84E-3FD79BC73B40}" type="presOf" srcId="{71319CCA-AFD2-4650-A6D9-3E34086DAA5E}" destId="{6F639C17-CCBC-4021-A505-405E0345D66C}" srcOrd="0" destOrd="0" presId="urn:microsoft.com/office/officeart/2018/2/layout/IconVerticalSolidList"/>
    <dgm:cxn modelId="{EA0C6A53-122B-4618-8493-3CDF78038D3E}" type="presOf" srcId="{C44EB802-9E44-4028-B1CA-D1F2E88D368B}" destId="{FE1C307B-ED2C-4139-A978-429C9FD8D833}" srcOrd="0" destOrd="0" presId="urn:microsoft.com/office/officeart/2018/2/layout/IconVerticalSolidList"/>
    <dgm:cxn modelId="{338EE976-BEE3-4106-A4F6-67D5A4E26F23}" type="presOf" srcId="{B4C51CC3-592D-43E8-B463-E4EF6A66D41E}" destId="{6D5D443C-524D-409F-83E0-0DC5468B3987}" srcOrd="0" destOrd="0" presId="urn:microsoft.com/office/officeart/2018/2/layout/IconVerticalSolidList"/>
    <dgm:cxn modelId="{ED9148C0-9268-4D27-82D6-7DAE6D33A20F}" srcId="{71319CCA-AFD2-4650-A6D9-3E34086DAA5E}" destId="{C44EB802-9E44-4028-B1CA-D1F2E88D368B}" srcOrd="1" destOrd="0" parTransId="{0E522310-58EC-421B-B2AB-CFE260B24EC0}" sibTransId="{364A70EB-1169-412D-B2C4-89F09D9B79A9}"/>
    <dgm:cxn modelId="{3ABF8BFA-D876-4345-B66E-3FD25E765C62}" srcId="{71319CCA-AFD2-4650-A6D9-3E34086DAA5E}" destId="{B4C51CC3-592D-43E8-B463-E4EF6A66D41E}" srcOrd="0" destOrd="0" parTransId="{C497FCEA-CCA7-4114-9622-50A19567CCE3}" sibTransId="{2041E7F0-93BF-40A4-8204-0BC973361194}"/>
    <dgm:cxn modelId="{241951F9-62DB-4932-B34F-5C61E627FD35}" type="presParOf" srcId="{6F639C17-CCBC-4021-A505-405E0345D66C}" destId="{A34A886A-515D-461D-8917-CD7893430B62}" srcOrd="0" destOrd="0" presId="urn:microsoft.com/office/officeart/2018/2/layout/IconVerticalSolidList"/>
    <dgm:cxn modelId="{8CA40226-B9DF-4A8B-8C44-6E123F599E5D}" type="presParOf" srcId="{A34A886A-515D-461D-8917-CD7893430B62}" destId="{F46A22D1-D324-4691-B351-05C4AE208445}" srcOrd="0" destOrd="0" presId="urn:microsoft.com/office/officeart/2018/2/layout/IconVerticalSolidList"/>
    <dgm:cxn modelId="{631ABDC8-4C66-4619-896B-6D02D4DC8D04}" type="presParOf" srcId="{A34A886A-515D-461D-8917-CD7893430B62}" destId="{67488EBE-26B2-4966-9E08-201D1ADE7C35}" srcOrd="1" destOrd="0" presId="urn:microsoft.com/office/officeart/2018/2/layout/IconVerticalSolidList"/>
    <dgm:cxn modelId="{0D90BE97-ACB3-40B5-85D4-E49EDAE5FC40}" type="presParOf" srcId="{A34A886A-515D-461D-8917-CD7893430B62}" destId="{0B29ACAE-550C-44E7-BD2D-D88AA15E2096}" srcOrd="2" destOrd="0" presId="urn:microsoft.com/office/officeart/2018/2/layout/IconVerticalSolidList"/>
    <dgm:cxn modelId="{A21C6D92-FC17-480A-9CE7-F8AD0A9C2B82}" type="presParOf" srcId="{A34A886A-515D-461D-8917-CD7893430B62}" destId="{6D5D443C-524D-409F-83E0-0DC5468B3987}" srcOrd="3" destOrd="0" presId="urn:microsoft.com/office/officeart/2018/2/layout/IconVerticalSolidList"/>
    <dgm:cxn modelId="{DA179E0C-7984-46A7-9743-5DEA6F9A193C}" type="presParOf" srcId="{6F639C17-CCBC-4021-A505-405E0345D66C}" destId="{76054166-6D1C-48CF-93E7-B191BDA43E89}" srcOrd="1" destOrd="0" presId="urn:microsoft.com/office/officeart/2018/2/layout/IconVerticalSolidList"/>
    <dgm:cxn modelId="{261745BB-EB04-43F9-B932-241E66D1E7F7}" type="presParOf" srcId="{6F639C17-CCBC-4021-A505-405E0345D66C}" destId="{12693902-C0AB-460D-8241-C9D2FB6F0A99}" srcOrd="2" destOrd="0" presId="urn:microsoft.com/office/officeart/2018/2/layout/IconVerticalSolidList"/>
    <dgm:cxn modelId="{735FDCBB-F48B-45E5-8B88-90DAC47AAB63}" type="presParOf" srcId="{12693902-C0AB-460D-8241-C9D2FB6F0A99}" destId="{56D6E8F1-0458-4C79-BE5A-E2DD245DD6DC}" srcOrd="0" destOrd="0" presId="urn:microsoft.com/office/officeart/2018/2/layout/IconVerticalSolidList"/>
    <dgm:cxn modelId="{3258B360-0223-4ACA-85B1-9BD0266EB8C9}" type="presParOf" srcId="{12693902-C0AB-460D-8241-C9D2FB6F0A99}" destId="{18FDDEB3-3A29-473D-8C89-4E2AF0287954}" srcOrd="1" destOrd="0" presId="urn:microsoft.com/office/officeart/2018/2/layout/IconVerticalSolidList"/>
    <dgm:cxn modelId="{F0FE2101-CBEE-4BC7-A238-DA7ADB12A038}" type="presParOf" srcId="{12693902-C0AB-460D-8241-C9D2FB6F0A99}" destId="{E5E4D0A3-DE3C-46E9-A0D5-5E340C2B0CBC}" srcOrd="2" destOrd="0" presId="urn:microsoft.com/office/officeart/2018/2/layout/IconVerticalSolidList"/>
    <dgm:cxn modelId="{C7B399D9-0F23-4097-977A-6A87C19CD8C2}" type="presParOf" srcId="{12693902-C0AB-460D-8241-C9D2FB6F0A99}" destId="{FE1C307B-ED2C-4139-A978-429C9FD8D83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C08A65-829D-4457-93B4-F1805E7AC58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616F334-9944-4592-BDBD-065A0D361EBF}">
      <dgm:prSet/>
      <dgm:spPr/>
      <dgm:t>
        <a:bodyPr/>
        <a:lstStyle/>
        <a:p>
          <a:r>
            <a:rPr lang="es-NI"/>
            <a:t>Polimorfismo: La capacidad de un objeto de adoptar muchas formas.</a:t>
          </a:r>
          <a:endParaRPr lang="en-US"/>
        </a:p>
      </dgm:t>
    </dgm:pt>
    <dgm:pt modelId="{A5386F7A-B6ED-49CF-891E-EA9FB969AE23}" type="parTrans" cxnId="{7C871306-A767-4B19-959D-A9FA840661A4}">
      <dgm:prSet/>
      <dgm:spPr/>
      <dgm:t>
        <a:bodyPr/>
        <a:lstStyle/>
        <a:p>
          <a:endParaRPr lang="en-US"/>
        </a:p>
      </dgm:t>
    </dgm:pt>
    <dgm:pt modelId="{96AB53F0-5363-4874-AAB0-26F8B7E12371}" type="sibTrans" cxnId="{7C871306-A767-4B19-959D-A9FA840661A4}">
      <dgm:prSet/>
      <dgm:spPr/>
      <dgm:t>
        <a:bodyPr/>
        <a:lstStyle/>
        <a:p>
          <a:endParaRPr lang="en-US"/>
        </a:p>
      </dgm:t>
    </dgm:pt>
    <dgm:pt modelId="{4C7E6013-D7C5-4AD5-8AB4-CB7590832062}">
      <dgm:prSet/>
      <dgm:spPr/>
      <dgm:t>
        <a:bodyPr/>
        <a:lstStyle/>
        <a:p>
          <a:r>
            <a:rPr lang="es-NI"/>
            <a:t>Un mismo método puede comportarse de forma diferente según el objeto que lo invoque.</a:t>
          </a:r>
          <a:endParaRPr lang="en-US"/>
        </a:p>
      </dgm:t>
    </dgm:pt>
    <dgm:pt modelId="{FAC716AB-C52E-4638-972B-05FB0435DE06}" type="parTrans" cxnId="{DA63A139-C8E8-4751-ACBB-B27A6E226DA3}">
      <dgm:prSet/>
      <dgm:spPr/>
      <dgm:t>
        <a:bodyPr/>
        <a:lstStyle/>
        <a:p>
          <a:endParaRPr lang="en-US"/>
        </a:p>
      </dgm:t>
    </dgm:pt>
    <dgm:pt modelId="{BEFC6D5D-D020-42AD-ADAF-1A341153D3F5}" type="sibTrans" cxnId="{DA63A139-C8E8-4751-ACBB-B27A6E226DA3}">
      <dgm:prSet/>
      <dgm:spPr/>
      <dgm:t>
        <a:bodyPr/>
        <a:lstStyle/>
        <a:p>
          <a:endParaRPr lang="en-US"/>
        </a:p>
      </dgm:t>
    </dgm:pt>
    <dgm:pt modelId="{9601CC39-F440-423B-9CE4-CAFA4A65F2E7}">
      <dgm:prSet/>
      <dgm:spPr/>
      <dgm:t>
        <a:bodyPr/>
        <a:lstStyle/>
        <a:p>
          <a:r>
            <a:rPr lang="es-NI"/>
            <a:t>Tipos:</a:t>
          </a:r>
          <a:endParaRPr lang="en-US"/>
        </a:p>
      </dgm:t>
    </dgm:pt>
    <dgm:pt modelId="{A99E1A29-503E-4116-B815-F59948FCF4E6}" type="parTrans" cxnId="{C5B35FDA-1C02-49A1-B001-059BB64699DE}">
      <dgm:prSet/>
      <dgm:spPr/>
      <dgm:t>
        <a:bodyPr/>
        <a:lstStyle/>
        <a:p>
          <a:endParaRPr lang="en-US"/>
        </a:p>
      </dgm:t>
    </dgm:pt>
    <dgm:pt modelId="{41F14686-EFB6-488D-BA27-04D67C0FABDF}" type="sibTrans" cxnId="{C5B35FDA-1C02-49A1-B001-059BB64699DE}">
      <dgm:prSet/>
      <dgm:spPr/>
      <dgm:t>
        <a:bodyPr/>
        <a:lstStyle/>
        <a:p>
          <a:endParaRPr lang="en-US"/>
        </a:p>
      </dgm:t>
    </dgm:pt>
    <dgm:pt modelId="{D6129D03-D4FF-42F4-9620-D5B50D4ED18A}">
      <dgm:prSet/>
      <dgm:spPr/>
      <dgm:t>
        <a:bodyPr/>
        <a:lstStyle/>
        <a:p>
          <a:r>
            <a:rPr lang="es-NI"/>
            <a:t>Polimorfismo en tiempo de compilación: Sobrecarga de métodos.</a:t>
          </a:r>
          <a:endParaRPr lang="en-US"/>
        </a:p>
      </dgm:t>
    </dgm:pt>
    <dgm:pt modelId="{360A6E1B-75FA-4612-8F18-D7F0C43E34E7}" type="parTrans" cxnId="{CDCB2E63-6535-46FF-8FA0-1D4E6249317B}">
      <dgm:prSet/>
      <dgm:spPr/>
      <dgm:t>
        <a:bodyPr/>
        <a:lstStyle/>
        <a:p>
          <a:endParaRPr lang="en-US"/>
        </a:p>
      </dgm:t>
    </dgm:pt>
    <dgm:pt modelId="{7BC6CE49-144B-4959-9A6D-6E6C33174E7C}" type="sibTrans" cxnId="{CDCB2E63-6535-46FF-8FA0-1D4E6249317B}">
      <dgm:prSet/>
      <dgm:spPr/>
      <dgm:t>
        <a:bodyPr/>
        <a:lstStyle/>
        <a:p>
          <a:endParaRPr lang="en-US"/>
        </a:p>
      </dgm:t>
    </dgm:pt>
    <dgm:pt modelId="{61496623-8B9D-432D-A6FC-3E19CE29F4F2}">
      <dgm:prSet/>
      <dgm:spPr/>
      <dgm:t>
        <a:bodyPr/>
        <a:lstStyle/>
        <a:p>
          <a:r>
            <a:rPr lang="es-NI"/>
            <a:t>Polimorfismo en tiempo de ejecución:  Sobrescritura de métodos.</a:t>
          </a:r>
          <a:endParaRPr lang="en-US"/>
        </a:p>
      </dgm:t>
    </dgm:pt>
    <dgm:pt modelId="{D02E7423-CC40-4BA4-9F90-E5271BDB2B77}" type="parTrans" cxnId="{6ED2F837-85DB-4C72-B55D-933FB974AA08}">
      <dgm:prSet/>
      <dgm:spPr/>
      <dgm:t>
        <a:bodyPr/>
        <a:lstStyle/>
        <a:p>
          <a:endParaRPr lang="en-US"/>
        </a:p>
      </dgm:t>
    </dgm:pt>
    <dgm:pt modelId="{04168D0F-B0FF-4FB5-8902-F5E59F858DFB}" type="sibTrans" cxnId="{6ED2F837-85DB-4C72-B55D-933FB974AA08}">
      <dgm:prSet/>
      <dgm:spPr/>
      <dgm:t>
        <a:bodyPr/>
        <a:lstStyle/>
        <a:p>
          <a:endParaRPr lang="en-US"/>
        </a:p>
      </dgm:t>
    </dgm:pt>
    <dgm:pt modelId="{8165C7A4-4058-4304-BE36-26F73D89372C}">
      <dgm:prSet/>
      <dgm:spPr/>
      <dgm:t>
        <a:bodyPr/>
        <a:lstStyle/>
        <a:p>
          <a:r>
            <a:rPr lang="es-NI"/>
            <a:t>Clases abstractas: No se pueden instanciar, sirven como plantilla para que otras clases las extiendan.</a:t>
          </a:r>
          <a:endParaRPr lang="en-US"/>
        </a:p>
      </dgm:t>
    </dgm:pt>
    <dgm:pt modelId="{2902AC26-6283-43DD-AE49-3D4FE26F77A3}" type="parTrans" cxnId="{CD760CCB-0FFE-428A-99B7-7ADD610E72FD}">
      <dgm:prSet/>
      <dgm:spPr/>
      <dgm:t>
        <a:bodyPr/>
        <a:lstStyle/>
        <a:p>
          <a:endParaRPr lang="en-US"/>
        </a:p>
      </dgm:t>
    </dgm:pt>
    <dgm:pt modelId="{C594EE3D-545D-44CD-8839-EF152A1009C3}" type="sibTrans" cxnId="{CD760CCB-0FFE-428A-99B7-7ADD610E72FD}">
      <dgm:prSet/>
      <dgm:spPr/>
      <dgm:t>
        <a:bodyPr/>
        <a:lstStyle/>
        <a:p>
          <a:endParaRPr lang="en-US"/>
        </a:p>
      </dgm:t>
    </dgm:pt>
    <dgm:pt modelId="{59826922-E95F-4F77-8AF0-2EF6B93ADE4B}">
      <dgm:prSet/>
      <dgm:spPr/>
      <dgm:t>
        <a:bodyPr/>
        <a:lstStyle/>
        <a:p>
          <a:r>
            <a:rPr lang="es-NI"/>
            <a:t>Interfaces: Definen comportamientos que otras clases se comprometen a implementar, usando la palabra clave implements.</a:t>
          </a:r>
          <a:endParaRPr lang="en-US"/>
        </a:p>
      </dgm:t>
    </dgm:pt>
    <dgm:pt modelId="{56767692-7ED9-4D5E-881E-F536803B50F0}" type="parTrans" cxnId="{00564B90-F3AE-429F-9B6E-235B6139AEFB}">
      <dgm:prSet/>
      <dgm:spPr/>
      <dgm:t>
        <a:bodyPr/>
        <a:lstStyle/>
        <a:p>
          <a:endParaRPr lang="en-US"/>
        </a:p>
      </dgm:t>
    </dgm:pt>
    <dgm:pt modelId="{AD324F57-0727-4694-B5E1-AE26DE0DB4EB}" type="sibTrans" cxnId="{00564B90-F3AE-429F-9B6E-235B6139AEFB}">
      <dgm:prSet/>
      <dgm:spPr/>
      <dgm:t>
        <a:bodyPr/>
        <a:lstStyle/>
        <a:p>
          <a:endParaRPr lang="en-US"/>
        </a:p>
      </dgm:t>
    </dgm:pt>
    <dgm:pt modelId="{86A1A159-6CBC-46B2-9DF0-C5BBF4F6B92C}" type="pres">
      <dgm:prSet presAssocID="{EDC08A65-829D-4457-93B4-F1805E7AC587}" presName="root" presStyleCnt="0">
        <dgm:presLayoutVars>
          <dgm:dir/>
          <dgm:resizeHandles val="exact"/>
        </dgm:presLayoutVars>
      </dgm:prSet>
      <dgm:spPr/>
    </dgm:pt>
    <dgm:pt modelId="{7A82AF4E-1795-41FD-BA6B-D4B06E2ECD64}" type="pres">
      <dgm:prSet presAssocID="{4616F334-9944-4592-BDBD-065A0D361EBF}" presName="compNode" presStyleCnt="0"/>
      <dgm:spPr/>
    </dgm:pt>
    <dgm:pt modelId="{E700113C-92E9-4746-97D3-A033AC59D16F}" type="pres">
      <dgm:prSet presAssocID="{4616F334-9944-4592-BDBD-065A0D361EBF}" presName="bgRect" presStyleLbl="bgShp" presStyleIdx="0" presStyleCnt="5"/>
      <dgm:spPr/>
    </dgm:pt>
    <dgm:pt modelId="{AA2C5C56-8214-49F9-9A63-441F3AE1567D}" type="pres">
      <dgm:prSet presAssocID="{4616F334-9944-4592-BDBD-065A0D361EB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2F79A85-6F00-4016-BF2A-8FAAEBBF5A81}" type="pres">
      <dgm:prSet presAssocID="{4616F334-9944-4592-BDBD-065A0D361EBF}" presName="spaceRect" presStyleCnt="0"/>
      <dgm:spPr/>
    </dgm:pt>
    <dgm:pt modelId="{E23C8487-9299-4F1C-8BDD-3F4B42B91E23}" type="pres">
      <dgm:prSet presAssocID="{4616F334-9944-4592-BDBD-065A0D361EBF}" presName="parTx" presStyleLbl="revTx" presStyleIdx="0" presStyleCnt="6">
        <dgm:presLayoutVars>
          <dgm:chMax val="0"/>
          <dgm:chPref val="0"/>
        </dgm:presLayoutVars>
      </dgm:prSet>
      <dgm:spPr/>
    </dgm:pt>
    <dgm:pt modelId="{10BED6E7-FE15-4FAF-AEAD-AB46AE0658A2}" type="pres">
      <dgm:prSet presAssocID="{96AB53F0-5363-4874-AAB0-26F8B7E12371}" presName="sibTrans" presStyleCnt="0"/>
      <dgm:spPr/>
    </dgm:pt>
    <dgm:pt modelId="{FCA65B64-BFB5-4DED-84AF-196F0AC6BAE2}" type="pres">
      <dgm:prSet presAssocID="{4C7E6013-D7C5-4AD5-8AB4-CB7590832062}" presName="compNode" presStyleCnt="0"/>
      <dgm:spPr/>
    </dgm:pt>
    <dgm:pt modelId="{4534BE99-0DEA-4955-9E35-1C3E3AF8D019}" type="pres">
      <dgm:prSet presAssocID="{4C7E6013-D7C5-4AD5-8AB4-CB7590832062}" presName="bgRect" presStyleLbl="bgShp" presStyleIdx="1" presStyleCnt="5"/>
      <dgm:spPr/>
    </dgm:pt>
    <dgm:pt modelId="{2D48C6BA-2F49-4BAC-A7FA-763A54F2FE0A}" type="pres">
      <dgm:prSet presAssocID="{4C7E6013-D7C5-4AD5-8AB4-CB759083206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0AAAF4B7-2BA5-4380-8CD5-A49D680314D4}" type="pres">
      <dgm:prSet presAssocID="{4C7E6013-D7C5-4AD5-8AB4-CB7590832062}" presName="spaceRect" presStyleCnt="0"/>
      <dgm:spPr/>
    </dgm:pt>
    <dgm:pt modelId="{34CAE32A-0B06-4513-980D-3EA93F09494C}" type="pres">
      <dgm:prSet presAssocID="{4C7E6013-D7C5-4AD5-8AB4-CB7590832062}" presName="parTx" presStyleLbl="revTx" presStyleIdx="1" presStyleCnt="6">
        <dgm:presLayoutVars>
          <dgm:chMax val="0"/>
          <dgm:chPref val="0"/>
        </dgm:presLayoutVars>
      </dgm:prSet>
      <dgm:spPr/>
    </dgm:pt>
    <dgm:pt modelId="{1E399C02-EBB6-4E8E-A87D-2A4F8710DBBC}" type="pres">
      <dgm:prSet presAssocID="{BEFC6D5D-D020-42AD-ADAF-1A341153D3F5}" presName="sibTrans" presStyleCnt="0"/>
      <dgm:spPr/>
    </dgm:pt>
    <dgm:pt modelId="{4229FEE2-9912-488E-A3A7-F7B14E1A6C85}" type="pres">
      <dgm:prSet presAssocID="{9601CC39-F440-423B-9CE4-CAFA4A65F2E7}" presName="compNode" presStyleCnt="0"/>
      <dgm:spPr/>
    </dgm:pt>
    <dgm:pt modelId="{90FA0161-6E0E-4B3B-BC62-28402F6BE27F}" type="pres">
      <dgm:prSet presAssocID="{9601CC39-F440-423B-9CE4-CAFA4A65F2E7}" presName="bgRect" presStyleLbl="bgShp" presStyleIdx="2" presStyleCnt="5"/>
      <dgm:spPr/>
    </dgm:pt>
    <dgm:pt modelId="{5F3A52E2-4D8C-417B-95BA-FF87AFB127E6}" type="pres">
      <dgm:prSet presAssocID="{9601CC39-F440-423B-9CE4-CAFA4A65F2E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N"/>
        </a:ext>
      </dgm:extLst>
    </dgm:pt>
    <dgm:pt modelId="{3A408587-DCB3-4B4B-8604-A686F683357A}" type="pres">
      <dgm:prSet presAssocID="{9601CC39-F440-423B-9CE4-CAFA4A65F2E7}" presName="spaceRect" presStyleCnt="0"/>
      <dgm:spPr/>
    </dgm:pt>
    <dgm:pt modelId="{AB31091E-1542-4ADC-B20F-7438F9E330BE}" type="pres">
      <dgm:prSet presAssocID="{9601CC39-F440-423B-9CE4-CAFA4A65F2E7}" presName="parTx" presStyleLbl="revTx" presStyleIdx="2" presStyleCnt="6">
        <dgm:presLayoutVars>
          <dgm:chMax val="0"/>
          <dgm:chPref val="0"/>
        </dgm:presLayoutVars>
      </dgm:prSet>
      <dgm:spPr/>
    </dgm:pt>
    <dgm:pt modelId="{AD572E1D-50BD-44C4-B311-01E3233E52C6}" type="pres">
      <dgm:prSet presAssocID="{9601CC39-F440-423B-9CE4-CAFA4A65F2E7}" presName="desTx" presStyleLbl="revTx" presStyleIdx="3" presStyleCnt="6">
        <dgm:presLayoutVars/>
      </dgm:prSet>
      <dgm:spPr/>
    </dgm:pt>
    <dgm:pt modelId="{9465D9D6-E78A-49C4-AA43-A929C48F63B6}" type="pres">
      <dgm:prSet presAssocID="{41F14686-EFB6-488D-BA27-04D67C0FABDF}" presName="sibTrans" presStyleCnt="0"/>
      <dgm:spPr/>
    </dgm:pt>
    <dgm:pt modelId="{41822909-7938-4471-9EE3-16C9AEFC937C}" type="pres">
      <dgm:prSet presAssocID="{8165C7A4-4058-4304-BE36-26F73D89372C}" presName="compNode" presStyleCnt="0"/>
      <dgm:spPr/>
    </dgm:pt>
    <dgm:pt modelId="{88C35310-E14D-4F6B-BABC-682D005587E2}" type="pres">
      <dgm:prSet presAssocID="{8165C7A4-4058-4304-BE36-26F73D89372C}" presName="bgRect" presStyleLbl="bgShp" presStyleIdx="3" presStyleCnt="5"/>
      <dgm:spPr/>
    </dgm:pt>
    <dgm:pt modelId="{89FD9B3E-01F6-4DE0-8EF0-8055255A37C3}" type="pres">
      <dgm:prSet presAssocID="{8165C7A4-4058-4304-BE36-26F73D89372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AA647B50-3848-4237-83BD-359461DCC2AA}" type="pres">
      <dgm:prSet presAssocID="{8165C7A4-4058-4304-BE36-26F73D89372C}" presName="spaceRect" presStyleCnt="0"/>
      <dgm:spPr/>
    </dgm:pt>
    <dgm:pt modelId="{DB59EF61-BAE5-4978-85E3-DF1C5C7DFA0E}" type="pres">
      <dgm:prSet presAssocID="{8165C7A4-4058-4304-BE36-26F73D89372C}" presName="parTx" presStyleLbl="revTx" presStyleIdx="4" presStyleCnt="6">
        <dgm:presLayoutVars>
          <dgm:chMax val="0"/>
          <dgm:chPref val="0"/>
        </dgm:presLayoutVars>
      </dgm:prSet>
      <dgm:spPr/>
    </dgm:pt>
    <dgm:pt modelId="{A186FE73-42BA-43C1-85FD-1FF9C02139C2}" type="pres">
      <dgm:prSet presAssocID="{C594EE3D-545D-44CD-8839-EF152A1009C3}" presName="sibTrans" presStyleCnt="0"/>
      <dgm:spPr/>
    </dgm:pt>
    <dgm:pt modelId="{4D355CC9-1CDC-471C-ADD6-CE74267A6197}" type="pres">
      <dgm:prSet presAssocID="{59826922-E95F-4F77-8AF0-2EF6B93ADE4B}" presName="compNode" presStyleCnt="0"/>
      <dgm:spPr/>
    </dgm:pt>
    <dgm:pt modelId="{48D3EF53-00FC-4F1F-9F87-1A32B15F56FF}" type="pres">
      <dgm:prSet presAssocID="{59826922-E95F-4F77-8AF0-2EF6B93ADE4B}" presName="bgRect" presStyleLbl="bgShp" presStyleIdx="4" presStyleCnt="5"/>
      <dgm:spPr/>
    </dgm:pt>
    <dgm:pt modelId="{0CA6552C-1384-4597-8186-E82C0C31E58C}" type="pres">
      <dgm:prSet presAssocID="{59826922-E95F-4F77-8AF0-2EF6B93ADE4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ABB63EC0-E8C5-43B7-9693-46907D8F45FC}" type="pres">
      <dgm:prSet presAssocID="{59826922-E95F-4F77-8AF0-2EF6B93ADE4B}" presName="spaceRect" presStyleCnt="0"/>
      <dgm:spPr/>
    </dgm:pt>
    <dgm:pt modelId="{15D31C46-7251-457F-BC05-4286203CFD22}" type="pres">
      <dgm:prSet presAssocID="{59826922-E95F-4F77-8AF0-2EF6B93ADE4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C871306-A767-4B19-959D-A9FA840661A4}" srcId="{EDC08A65-829D-4457-93B4-F1805E7AC587}" destId="{4616F334-9944-4592-BDBD-065A0D361EBF}" srcOrd="0" destOrd="0" parTransId="{A5386F7A-B6ED-49CF-891E-EA9FB969AE23}" sibTransId="{96AB53F0-5363-4874-AAB0-26F8B7E12371}"/>
    <dgm:cxn modelId="{EB129B0D-423C-4B7F-8B1E-9492882E7BC2}" type="presOf" srcId="{9601CC39-F440-423B-9CE4-CAFA4A65F2E7}" destId="{AB31091E-1542-4ADC-B20F-7438F9E330BE}" srcOrd="0" destOrd="0" presId="urn:microsoft.com/office/officeart/2018/2/layout/IconVerticalSolidList"/>
    <dgm:cxn modelId="{073E7621-1ADD-4886-BBB1-BF2BB16739FE}" type="presOf" srcId="{EDC08A65-829D-4457-93B4-F1805E7AC587}" destId="{86A1A159-6CBC-46B2-9DF0-C5BBF4F6B92C}" srcOrd="0" destOrd="0" presId="urn:microsoft.com/office/officeart/2018/2/layout/IconVerticalSolidList"/>
    <dgm:cxn modelId="{6ED2F837-85DB-4C72-B55D-933FB974AA08}" srcId="{9601CC39-F440-423B-9CE4-CAFA4A65F2E7}" destId="{61496623-8B9D-432D-A6FC-3E19CE29F4F2}" srcOrd="1" destOrd="0" parTransId="{D02E7423-CC40-4BA4-9F90-E5271BDB2B77}" sibTransId="{04168D0F-B0FF-4FB5-8902-F5E59F858DFB}"/>
    <dgm:cxn modelId="{DA63A139-C8E8-4751-ACBB-B27A6E226DA3}" srcId="{EDC08A65-829D-4457-93B4-F1805E7AC587}" destId="{4C7E6013-D7C5-4AD5-8AB4-CB7590832062}" srcOrd="1" destOrd="0" parTransId="{FAC716AB-C52E-4638-972B-05FB0435DE06}" sibTransId="{BEFC6D5D-D020-42AD-ADAF-1A341153D3F5}"/>
    <dgm:cxn modelId="{70AA6F3B-6526-4771-A742-D706D59C5991}" type="presOf" srcId="{4616F334-9944-4592-BDBD-065A0D361EBF}" destId="{E23C8487-9299-4F1C-8BDD-3F4B42B91E23}" srcOrd="0" destOrd="0" presId="urn:microsoft.com/office/officeart/2018/2/layout/IconVerticalSolidList"/>
    <dgm:cxn modelId="{CDCB2E63-6535-46FF-8FA0-1D4E6249317B}" srcId="{9601CC39-F440-423B-9CE4-CAFA4A65F2E7}" destId="{D6129D03-D4FF-42F4-9620-D5B50D4ED18A}" srcOrd="0" destOrd="0" parTransId="{360A6E1B-75FA-4612-8F18-D7F0C43E34E7}" sibTransId="{7BC6CE49-144B-4959-9A6D-6E6C33174E7C}"/>
    <dgm:cxn modelId="{FA43D76E-7E52-4421-965F-06C486FA3C42}" type="presOf" srcId="{59826922-E95F-4F77-8AF0-2EF6B93ADE4B}" destId="{15D31C46-7251-457F-BC05-4286203CFD22}" srcOrd="0" destOrd="0" presId="urn:microsoft.com/office/officeart/2018/2/layout/IconVerticalSolidList"/>
    <dgm:cxn modelId="{D377C68C-35C1-4CF1-8C98-91EF6C06DA70}" type="presOf" srcId="{D6129D03-D4FF-42F4-9620-D5B50D4ED18A}" destId="{AD572E1D-50BD-44C4-B311-01E3233E52C6}" srcOrd="0" destOrd="0" presId="urn:microsoft.com/office/officeart/2018/2/layout/IconVerticalSolidList"/>
    <dgm:cxn modelId="{00564B90-F3AE-429F-9B6E-235B6139AEFB}" srcId="{EDC08A65-829D-4457-93B4-F1805E7AC587}" destId="{59826922-E95F-4F77-8AF0-2EF6B93ADE4B}" srcOrd="4" destOrd="0" parTransId="{56767692-7ED9-4D5E-881E-F536803B50F0}" sibTransId="{AD324F57-0727-4694-B5E1-AE26DE0DB4EB}"/>
    <dgm:cxn modelId="{702534B1-7A9F-4DF6-B664-EA11F1C8065E}" type="presOf" srcId="{8165C7A4-4058-4304-BE36-26F73D89372C}" destId="{DB59EF61-BAE5-4978-85E3-DF1C5C7DFA0E}" srcOrd="0" destOrd="0" presId="urn:microsoft.com/office/officeart/2018/2/layout/IconVerticalSolidList"/>
    <dgm:cxn modelId="{CD760CCB-0FFE-428A-99B7-7ADD610E72FD}" srcId="{EDC08A65-829D-4457-93B4-F1805E7AC587}" destId="{8165C7A4-4058-4304-BE36-26F73D89372C}" srcOrd="3" destOrd="0" parTransId="{2902AC26-6283-43DD-AE49-3D4FE26F77A3}" sibTransId="{C594EE3D-545D-44CD-8839-EF152A1009C3}"/>
    <dgm:cxn modelId="{E39991D8-A437-4AC9-8326-7A7AA8EA8AA4}" type="presOf" srcId="{61496623-8B9D-432D-A6FC-3E19CE29F4F2}" destId="{AD572E1D-50BD-44C4-B311-01E3233E52C6}" srcOrd="0" destOrd="1" presId="urn:microsoft.com/office/officeart/2018/2/layout/IconVerticalSolidList"/>
    <dgm:cxn modelId="{C5B35FDA-1C02-49A1-B001-059BB64699DE}" srcId="{EDC08A65-829D-4457-93B4-F1805E7AC587}" destId="{9601CC39-F440-423B-9CE4-CAFA4A65F2E7}" srcOrd="2" destOrd="0" parTransId="{A99E1A29-503E-4116-B815-F59948FCF4E6}" sibTransId="{41F14686-EFB6-488D-BA27-04D67C0FABDF}"/>
    <dgm:cxn modelId="{418303E1-FF8E-42D1-96A1-3276550BAC68}" type="presOf" srcId="{4C7E6013-D7C5-4AD5-8AB4-CB7590832062}" destId="{34CAE32A-0B06-4513-980D-3EA93F09494C}" srcOrd="0" destOrd="0" presId="urn:microsoft.com/office/officeart/2018/2/layout/IconVerticalSolidList"/>
    <dgm:cxn modelId="{7786A31D-981D-4F0C-BD20-F376A736E324}" type="presParOf" srcId="{86A1A159-6CBC-46B2-9DF0-C5BBF4F6B92C}" destId="{7A82AF4E-1795-41FD-BA6B-D4B06E2ECD64}" srcOrd="0" destOrd="0" presId="urn:microsoft.com/office/officeart/2018/2/layout/IconVerticalSolidList"/>
    <dgm:cxn modelId="{145B4F92-D215-4C1E-A0AC-82362B1016C8}" type="presParOf" srcId="{7A82AF4E-1795-41FD-BA6B-D4B06E2ECD64}" destId="{E700113C-92E9-4746-97D3-A033AC59D16F}" srcOrd="0" destOrd="0" presId="urn:microsoft.com/office/officeart/2018/2/layout/IconVerticalSolidList"/>
    <dgm:cxn modelId="{4A528C03-CC7C-4FBB-BFCD-8088A75E86BA}" type="presParOf" srcId="{7A82AF4E-1795-41FD-BA6B-D4B06E2ECD64}" destId="{AA2C5C56-8214-49F9-9A63-441F3AE1567D}" srcOrd="1" destOrd="0" presId="urn:microsoft.com/office/officeart/2018/2/layout/IconVerticalSolidList"/>
    <dgm:cxn modelId="{EA723487-4680-49DB-9966-B3767945C555}" type="presParOf" srcId="{7A82AF4E-1795-41FD-BA6B-D4B06E2ECD64}" destId="{42F79A85-6F00-4016-BF2A-8FAAEBBF5A81}" srcOrd="2" destOrd="0" presId="urn:microsoft.com/office/officeart/2018/2/layout/IconVerticalSolidList"/>
    <dgm:cxn modelId="{53D93F1A-396E-4020-ABB4-BC42A5DB380A}" type="presParOf" srcId="{7A82AF4E-1795-41FD-BA6B-D4B06E2ECD64}" destId="{E23C8487-9299-4F1C-8BDD-3F4B42B91E23}" srcOrd="3" destOrd="0" presId="urn:microsoft.com/office/officeart/2018/2/layout/IconVerticalSolidList"/>
    <dgm:cxn modelId="{CF72179F-B30F-4E01-8B9D-DEFC90964FA2}" type="presParOf" srcId="{86A1A159-6CBC-46B2-9DF0-C5BBF4F6B92C}" destId="{10BED6E7-FE15-4FAF-AEAD-AB46AE0658A2}" srcOrd="1" destOrd="0" presId="urn:microsoft.com/office/officeart/2018/2/layout/IconVerticalSolidList"/>
    <dgm:cxn modelId="{77AF85D6-671D-4C63-91EF-E30F0632F51A}" type="presParOf" srcId="{86A1A159-6CBC-46B2-9DF0-C5BBF4F6B92C}" destId="{FCA65B64-BFB5-4DED-84AF-196F0AC6BAE2}" srcOrd="2" destOrd="0" presId="urn:microsoft.com/office/officeart/2018/2/layout/IconVerticalSolidList"/>
    <dgm:cxn modelId="{E7CDAC85-FDBC-4EE9-AFB7-D9686B6E2927}" type="presParOf" srcId="{FCA65B64-BFB5-4DED-84AF-196F0AC6BAE2}" destId="{4534BE99-0DEA-4955-9E35-1C3E3AF8D019}" srcOrd="0" destOrd="0" presId="urn:microsoft.com/office/officeart/2018/2/layout/IconVerticalSolidList"/>
    <dgm:cxn modelId="{D418D0F0-5A0A-4F03-AEC8-356BC61465C6}" type="presParOf" srcId="{FCA65B64-BFB5-4DED-84AF-196F0AC6BAE2}" destId="{2D48C6BA-2F49-4BAC-A7FA-763A54F2FE0A}" srcOrd="1" destOrd="0" presId="urn:microsoft.com/office/officeart/2018/2/layout/IconVerticalSolidList"/>
    <dgm:cxn modelId="{85F04EAF-3253-43CE-8BFF-6DE27A9F457B}" type="presParOf" srcId="{FCA65B64-BFB5-4DED-84AF-196F0AC6BAE2}" destId="{0AAAF4B7-2BA5-4380-8CD5-A49D680314D4}" srcOrd="2" destOrd="0" presId="urn:microsoft.com/office/officeart/2018/2/layout/IconVerticalSolidList"/>
    <dgm:cxn modelId="{5E46A88F-C1FC-4447-8072-D6BEFEE15A45}" type="presParOf" srcId="{FCA65B64-BFB5-4DED-84AF-196F0AC6BAE2}" destId="{34CAE32A-0B06-4513-980D-3EA93F09494C}" srcOrd="3" destOrd="0" presId="urn:microsoft.com/office/officeart/2018/2/layout/IconVerticalSolidList"/>
    <dgm:cxn modelId="{A0CF24F8-65A4-4A05-9BE5-6DD24E722948}" type="presParOf" srcId="{86A1A159-6CBC-46B2-9DF0-C5BBF4F6B92C}" destId="{1E399C02-EBB6-4E8E-A87D-2A4F8710DBBC}" srcOrd="3" destOrd="0" presId="urn:microsoft.com/office/officeart/2018/2/layout/IconVerticalSolidList"/>
    <dgm:cxn modelId="{F50CE7CD-CCA7-4C83-830D-1C321275731F}" type="presParOf" srcId="{86A1A159-6CBC-46B2-9DF0-C5BBF4F6B92C}" destId="{4229FEE2-9912-488E-A3A7-F7B14E1A6C85}" srcOrd="4" destOrd="0" presId="urn:microsoft.com/office/officeart/2018/2/layout/IconVerticalSolidList"/>
    <dgm:cxn modelId="{8C142F78-F476-4DBB-B0B1-65E4F5C45A34}" type="presParOf" srcId="{4229FEE2-9912-488E-A3A7-F7B14E1A6C85}" destId="{90FA0161-6E0E-4B3B-BC62-28402F6BE27F}" srcOrd="0" destOrd="0" presId="urn:microsoft.com/office/officeart/2018/2/layout/IconVerticalSolidList"/>
    <dgm:cxn modelId="{2255E378-DC1A-4312-8C7F-30F0A9D083F0}" type="presParOf" srcId="{4229FEE2-9912-488E-A3A7-F7B14E1A6C85}" destId="{5F3A52E2-4D8C-417B-95BA-FF87AFB127E6}" srcOrd="1" destOrd="0" presId="urn:microsoft.com/office/officeart/2018/2/layout/IconVerticalSolidList"/>
    <dgm:cxn modelId="{C7AFFF89-C1D4-41FF-A584-8A3BDC1B538B}" type="presParOf" srcId="{4229FEE2-9912-488E-A3A7-F7B14E1A6C85}" destId="{3A408587-DCB3-4B4B-8604-A686F683357A}" srcOrd="2" destOrd="0" presId="urn:microsoft.com/office/officeart/2018/2/layout/IconVerticalSolidList"/>
    <dgm:cxn modelId="{6C3F052B-7627-4BDF-B7E8-EE7E4B29C138}" type="presParOf" srcId="{4229FEE2-9912-488E-A3A7-F7B14E1A6C85}" destId="{AB31091E-1542-4ADC-B20F-7438F9E330BE}" srcOrd="3" destOrd="0" presId="urn:microsoft.com/office/officeart/2018/2/layout/IconVerticalSolidList"/>
    <dgm:cxn modelId="{F2F7BAC0-CADD-43F3-B5BC-E491E5876F66}" type="presParOf" srcId="{4229FEE2-9912-488E-A3A7-F7B14E1A6C85}" destId="{AD572E1D-50BD-44C4-B311-01E3233E52C6}" srcOrd="4" destOrd="0" presId="urn:microsoft.com/office/officeart/2018/2/layout/IconVerticalSolidList"/>
    <dgm:cxn modelId="{E20A16FC-CEA9-4603-BDB5-F1D9787A20C7}" type="presParOf" srcId="{86A1A159-6CBC-46B2-9DF0-C5BBF4F6B92C}" destId="{9465D9D6-E78A-49C4-AA43-A929C48F63B6}" srcOrd="5" destOrd="0" presId="urn:microsoft.com/office/officeart/2018/2/layout/IconVerticalSolidList"/>
    <dgm:cxn modelId="{DE8588DF-692D-40C2-A84D-D6ED9DAEA2CE}" type="presParOf" srcId="{86A1A159-6CBC-46B2-9DF0-C5BBF4F6B92C}" destId="{41822909-7938-4471-9EE3-16C9AEFC937C}" srcOrd="6" destOrd="0" presId="urn:microsoft.com/office/officeart/2018/2/layout/IconVerticalSolidList"/>
    <dgm:cxn modelId="{5A00A216-CC33-44E8-9F5A-5EE30B6A28F3}" type="presParOf" srcId="{41822909-7938-4471-9EE3-16C9AEFC937C}" destId="{88C35310-E14D-4F6B-BABC-682D005587E2}" srcOrd="0" destOrd="0" presId="urn:microsoft.com/office/officeart/2018/2/layout/IconVerticalSolidList"/>
    <dgm:cxn modelId="{0BBFF6FC-8657-4C29-BDA2-F9544DC37D99}" type="presParOf" srcId="{41822909-7938-4471-9EE3-16C9AEFC937C}" destId="{89FD9B3E-01F6-4DE0-8EF0-8055255A37C3}" srcOrd="1" destOrd="0" presId="urn:microsoft.com/office/officeart/2018/2/layout/IconVerticalSolidList"/>
    <dgm:cxn modelId="{3811FA2C-2E85-4AC6-B2D1-FD1C636189A4}" type="presParOf" srcId="{41822909-7938-4471-9EE3-16C9AEFC937C}" destId="{AA647B50-3848-4237-83BD-359461DCC2AA}" srcOrd="2" destOrd="0" presId="urn:microsoft.com/office/officeart/2018/2/layout/IconVerticalSolidList"/>
    <dgm:cxn modelId="{46477B17-67CC-4A66-9A6D-823534B7FA5D}" type="presParOf" srcId="{41822909-7938-4471-9EE3-16C9AEFC937C}" destId="{DB59EF61-BAE5-4978-85E3-DF1C5C7DFA0E}" srcOrd="3" destOrd="0" presId="urn:microsoft.com/office/officeart/2018/2/layout/IconVerticalSolidList"/>
    <dgm:cxn modelId="{9854990D-3752-4775-982B-7A7DC4039CA9}" type="presParOf" srcId="{86A1A159-6CBC-46B2-9DF0-C5BBF4F6B92C}" destId="{A186FE73-42BA-43C1-85FD-1FF9C02139C2}" srcOrd="7" destOrd="0" presId="urn:microsoft.com/office/officeart/2018/2/layout/IconVerticalSolidList"/>
    <dgm:cxn modelId="{1F35B8B8-DB2A-4BD2-A95A-A3C4AC69CB02}" type="presParOf" srcId="{86A1A159-6CBC-46B2-9DF0-C5BBF4F6B92C}" destId="{4D355CC9-1CDC-471C-ADD6-CE74267A6197}" srcOrd="8" destOrd="0" presId="urn:microsoft.com/office/officeart/2018/2/layout/IconVerticalSolidList"/>
    <dgm:cxn modelId="{594D18D6-0191-4F87-98A7-0D89BDF94AB9}" type="presParOf" srcId="{4D355CC9-1CDC-471C-ADD6-CE74267A6197}" destId="{48D3EF53-00FC-4F1F-9F87-1A32B15F56FF}" srcOrd="0" destOrd="0" presId="urn:microsoft.com/office/officeart/2018/2/layout/IconVerticalSolidList"/>
    <dgm:cxn modelId="{8E92F7BA-B48D-48DF-94FC-D794AE775CE6}" type="presParOf" srcId="{4D355CC9-1CDC-471C-ADD6-CE74267A6197}" destId="{0CA6552C-1384-4597-8186-E82C0C31E58C}" srcOrd="1" destOrd="0" presId="urn:microsoft.com/office/officeart/2018/2/layout/IconVerticalSolidList"/>
    <dgm:cxn modelId="{9C2FD432-BD56-48C3-91DD-9776DA59E149}" type="presParOf" srcId="{4D355CC9-1CDC-471C-ADD6-CE74267A6197}" destId="{ABB63EC0-E8C5-43B7-9693-46907D8F45FC}" srcOrd="2" destOrd="0" presId="urn:microsoft.com/office/officeart/2018/2/layout/IconVerticalSolidList"/>
    <dgm:cxn modelId="{0D98174A-3273-4050-8801-D9890F3696E5}" type="presParOf" srcId="{4D355CC9-1CDC-471C-ADD6-CE74267A6197}" destId="{15D31C46-7251-457F-BC05-4286203CFD2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4F0044-1F91-47E9-BB6D-67376EACEBB6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1591CF-8356-472B-ABDC-612DA1BDCC26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B39A21-2B6E-4DF8-A8C7-126F41CD9C15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000" kern="1200"/>
            <a:t>Herencia: Permite crear nuevas clases a partir de otras ya existentes. La clase base se llama superclase y la que hereda se llama subclase.</a:t>
          </a:r>
          <a:endParaRPr lang="en-US" sz="2000" kern="1200"/>
        </a:p>
      </dsp:txBody>
      <dsp:txXfrm>
        <a:off x="1057183" y="1805"/>
        <a:ext cx="9458416" cy="915310"/>
      </dsp:txXfrm>
    </dsp:sp>
    <dsp:sp modelId="{9903C52A-2619-43D4-95D8-D9924A010E47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386DB2-244A-4643-A3B4-F99C0A0055BA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115F8-5641-44BD-A473-D5390D3216E3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000" kern="1200"/>
            <a:t>Se utiliza la palabra clave extends.</a:t>
          </a:r>
          <a:endParaRPr lang="en-US" sz="2000" kern="1200"/>
        </a:p>
      </dsp:txBody>
      <dsp:txXfrm>
        <a:off x="1057183" y="1145944"/>
        <a:ext cx="9458416" cy="915310"/>
      </dsp:txXfrm>
    </dsp:sp>
    <dsp:sp modelId="{365AFC7A-7B3F-470B-85E9-BEFEE593127A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B19D00-686C-4906-B2A5-242A04862198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33C701-C895-4805-AEBA-93D3FD1130C9}">
      <dsp:nvSpPr>
        <dsp:cNvPr id="0" name=""/>
        <dsp:cNvSpPr/>
      </dsp:nvSpPr>
      <dsp:spPr>
        <a:xfrm>
          <a:off x="1057183" y="2290082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000" kern="1200"/>
            <a:t>Una subclase hereda atributos y métodos de su superclase, pero también puede:</a:t>
          </a:r>
          <a:endParaRPr lang="en-US" sz="2000" kern="1200"/>
        </a:p>
      </dsp:txBody>
      <dsp:txXfrm>
        <a:off x="1057183" y="2290082"/>
        <a:ext cx="4732020" cy="915310"/>
      </dsp:txXfrm>
    </dsp:sp>
    <dsp:sp modelId="{33F94F8E-E31F-4E42-9423-2AEB291B7157}">
      <dsp:nvSpPr>
        <dsp:cNvPr id="0" name=""/>
        <dsp:cNvSpPr/>
      </dsp:nvSpPr>
      <dsp:spPr>
        <a:xfrm>
          <a:off x="5789203" y="2290082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500" kern="1200"/>
            <a:t>Agregar nuevos atributos/métodos.</a:t>
          </a:r>
          <a:endParaRPr lang="en-US" sz="1500" kern="120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500" kern="1200"/>
            <a:t>Sobrescribir métodos existentes.</a:t>
          </a:r>
          <a:endParaRPr lang="en-US" sz="1500" kern="1200"/>
        </a:p>
      </dsp:txBody>
      <dsp:txXfrm>
        <a:off x="5789203" y="2290082"/>
        <a:ext cx="4726396" cy="915310"/>
      </dsp:txXfrm>
    </dsp:sp>
    <dsp:sp modelId="{72074956-A48B-4096-BD1E-B18DE201155A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E6F46F-A40F-4560-8B8B-CC46B04380E7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76B2F-9F14-4BED-BB20-6B315D57CB18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000" kern="1200"/>
            <a:t>super: palabra reservada que permite acceder a métodos o atributos de la superclase.</a:t>
          </a:r>
          <a:endParaRPr lang="en-US" sz="2000" kern="1200"/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FD235-D0C2-47C7-A1CD-59E3DA9D3B7D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1CD018-42C0-4D71-8B2E-B84CA2809A00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3A0C6-25FA-4DA3-BA0C-A067C8E09136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500" kern="1200"/>
            <a:t>Crea una clase Animal con atributos nombre y edad y un método hacerSonido().</a:t>
          </a:r>
          <a:endParaRPr lang="en-US" sz="2500" kern="1200"/>
        </a:p>
      </dsp:txBody>
      <dsp:txXfrm>
        <a:off x="1435590" y="531"/>
        <a:ext cx="9080009" cy="1242935"/>
      </dsp:txXfrm>
    </dsp:sp>
    <dsp:sp modelId="{D22A1450-EE6C-4AA2-A5DE-93063E5AA12A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6814A0-9DCA-4D2D-BC45-0039BD393BFD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6A84B-4D34-449A-B8C9-22A18CA10A69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500" kern="1200"/>
            <a:t>Crea dos subclases: Perro y Gato, cada una sobrescribiendo el método hacerSonido().</a:t>
          </a:r>
          <a:endParaRPr lang="en-US" sz="2500" kern="1200"/>
        </a:p>
      </dsp:txBody>
      <dsp:txXfrm>
        <a:off x="1435590" y="1554201"/>
        <a:ext cx="9080009" cy="1242935"/>
      </dsp:txXfrm>
    </dsp:sp>
    <dsp:sp modelId="{3B3DD7D1-4610-41D7-A1DC-87F442D32405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41A38-27F2-48B0-A5FA-AC35DF0E391C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3A12D7-BC50-4028-9AC2-3A531819DCCB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500" kern="1200"/>
            <a:t>Usa super para imprimir primero el nombre y edad del animal y luego el sonido específico.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A22D1-D324-4691-B351-05C4AE208445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88EBE-26B2-4966-9E08-201D1ADE7C35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D443C-524D-409F-83E0-0DC5468B3987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500" kern="1200"/>
            <a:t>Agrega otra subclase llamada Ave, sobrescribe el método hacerSonido() e incluye un atributo nuevo (puedeVolar).</a:t>
          </a:r>
          <a:endParaRPr lang="en-US" sz="2500" kern="1200"/>
        </a:p>
      </dsp:txBody>
      <dsp:txXfrm>
        <a:off x="1507738" y="707092"/>
        <a:ext cx="9007861" cy="1305401"/>
      </dsp:txXfrm>
    </dsp:sp>
    <dsp:sp modelId="{56D6E8F1-0458-4C79-BE5A-E2DD245DD6DC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DDEB3-3A29-473D-8C89-4E2AF0287954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1C307B-ED2C-4139-A978-429C9FD8D833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500" kern="1200"/>
            <a:t>Explica en tus palabras qué diferencia hay entre heredar y sobrescribir.</a:t>
          </a:r>
          <a:endParaRPr lang="en-US" sz="2500" kern="1200"/>
        </a:p>
      </dsp:txBody>
      <dsp:txXfrm>
        <a:off x="1507738" y="2338844"/>
        <a:ext cx="9007861" cy="13054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00113C-92E9-4746-97D3-A033AC59D16F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C5C56-8214-49F9-9A63-441F3AE1567D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C8487-9299-4F1C-8BDD-3F4B42B91E23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900" kern="1200"/>
            <a:t>Polimorfismo: La capacidad de un objeto de adoptar muchas formas.</a:t>
          </a:r>
          <a:endParaRPr lang="en-US" sz="1900" kern="1200"/>
        </a:p>
      </dsp:txBody>
      <dsp:txXfrm>
        <a:off x="836323" y="3399"/>
        <a:ext cx="9679276" cy="724089"/>
      </dsp:txXfrm>
    </dsp:sp>
    <dsp:sp modelId="{4534BE99-0DEA-4955-9E35-1C3E3AF8D019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48C6BA-2F49-4BAC-A7FA-763A54F2FE0A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AE32A-0B06-4513-980D-3EA93F09494C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900" kern="1200"/>
            <a:t>Un mismo método puede comportarse de forma diferente según el objeto que lo invoque.</a:t>
          </a:r>
          <a:endParaRPr lang="en-US" sz="1900" kern="1200"/>
        </a:p>
      </dsp:txBody>
      <dsp:txXfrm>
        <a:off x="836323" y="908511"/>
        <a:ext cx="9679276" cy="724089"/>
      </dsp:txXfrm>
    </dsp:sp>
    <dsp:sp modelId="{90FA0161-6E0E-4B3B-BC62-28402F6BE27F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3A52E2-4D8C-417B-95BA-FF87AFB127E6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1091E-1542-4ADC-B20F-7438F9E330BE}">
      <dsp:nvSpPr>
        <dsp:cNvPr id="0" name=""/>
        <dsp:cNvSpPr/>
      </dsp:nvSpPr>
      <dsp:spPr>
        <a:xfrm>
          <a:off x="836323" y="1813624"/>
          <a:ext cx="4732020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900" kern="1200"/>
            <a:t>Tipos:</a:t>
          </a:r>
          <a:endParaRPr lang="en-US" sz="1900" kern="1200"/>
        </a:p>
      </dsp:txBody>
      <dsp:txXfrm>
        <a:off x="836323" y="1813624"/>
        <a:ext cx="4732020" cy="724089"/>
      </dsp:txXfrm>
    </dsp:sp>
    <dsp:sp modelId="{AD572E1D-50BD-44C4-B311-01E3233E52C6}">
      <dsp:nvSpPr>
        <dsp:cNvPr id="0" name=""/>
        <dsp:cNvSpPr/>
      </dsp:nvSpPr>
      <dsp:spPr>
        <a:xfrm>
          <a:off x="5568343" y="1813624"/>
          <a:ext cx="494725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300" kern="1200"/>
            <a:t>Polimorfismo en tiempo de compilación: Sobrecarga de métodos.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300" kern="1200"/>
            <a:t>Polimorfismo en tiempo de ejecución:  Sobrescritura de métodos.</a:t>
          </a:r>
          <a:endParaRPr lang="en-US" sz="1300" kern="1200"/>
        </a:p>
      </dsp:txBody>
      <dsp:txXfrm>
        <a:off x="5568343" y="1813624"/>
        <a:ext cx="4947256" cy="724089"/>
      </dsp:txXfrm>
    </dsp:sp>
    <dsp:sp modelId="{88C35310-E14D-4F6B-BABC-682D005587E2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FD9B3E-01F6-4DE0-8EF0-8055255A37C3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9EF61-BAE5-4978-85E3-DF1C5C7DFA0E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900" kern="1200"/>
            <a:t>Clases abstractas: No se pueden instanciar, sirven como plantilla para que otras clases las extiendan.</a:t>
          </a:r>
          <a:endParaRPr lang="en-US" sz="1900" kern="1200"/>
        </a:p>
      </dsp:txBody>
      <dsp:txXfrm>
        <a:off x="836323" y="2718736"/>
        <a:ext cx="9679276" cy="724089"/>
      </dsp:txXfrm>
    </dsp:sp>
    <dsp:sp modelId="{48D3EF53-00FC-4F1F-9F87-1A32B15F56FF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A6552C-1384-4597-8186-E82C0C31E58C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31C46-7251-457F-BC05-4286203CFD22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900" kern="1200"/>
            <a:t>Interfaces: Definen comportamientos que otras clases se comprometen a implementar, usando la palabra clave implements.</a:t>
          </a:r>
          <a:endParaRPr lang="en-US" sz="1900" kern="1200"/>
        </a:p>
      </dsp:txBody>
      <dsp:txXfrm>
        <a:off x="836323" y="3623848"/>
        <a:ext cx="96792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910"/>
            <a:ext cx="5306096" cy="141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48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533" y="-36372"/>
            <a:ext cx="2139467" cy="119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549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2868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017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455" y="2253803"/>
            <a:ext cx="7187089" cy="191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71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453466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docs.oracle.com/javase/tutorial/java/IandI/subclasses.html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861CC-D01B-59BB-7EB3-FF54230B6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es-NI" dirty="0"/>
              <a:t>Metodología y Programación Orientada a Objetos 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38502A-CF8B-D9F8-E8A1-0EF0926DE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/>
          <a:p>
            <a:r>
              <a:rPr lang="es-NI" dirty="0"/>
              <a:t>Colectivo 2025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F3DE51-C40B-C217-1B8A-E20AD67CB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946" y="0"/>
            <a:ext cx="2909454" cy="181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37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CFA481-FF97-A558-53D9-304B37895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Contenido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50F82AA-1977-CD02-1B5C-2D708995A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NI" dirty="0"/>
              <a:t>Herencia: uso de </a:t>
            </a:r>
            <a:r>
              <a:rPr lang="es-NI" dirty="0" err="1"/>
              <a:t>extends</a:t>
            </a:r>
            <a:r>
              <a:rPr lang="es-NI" dirty="0"/>
              <a:t>, herencia de atributos y métodos.</a:t>
            </a:r>
          </a:p>
          <a:p>
            <a:r>
              <a:rPr lang="es-NI" dirty="0"/>
              <a:t>Polimorfismo: métodos sobrescritos, uso de super.</a:t>
            </a:r>
          </a:p>
          <a:p>
            <a:r>
              <a:rPr lang="es-NI" dirty="0"/>
              <a:t>Aplicación del polimorfismo con clases abstractas e interfaces.</a:t>
            </a:r>
          </a:p>
          <a:p>
            <a:r>
              <a:rPr lang="es-NI" dirty="0"/>
              <a:t>Mini proyecto de cierre de unidad: aplicación simple basada en jerarquías.</a:t>
            </a:r>
          </a:p>
          <a:p>
            <a:endParaRPr lang="es-NI" dirty="0"/>
          </a:p>
          <a:p>
            <a:endParaRPr lang="es-NI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DD41275-8C2A-73A1-8814-31CE8800D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6178" y="3428999"/>
            <a:ext cx="1570022" cy="283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87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D0853F2-F29C-8499-18DC-3E491F4E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INDICADOR DE LOGRO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AC95594-1598-DCE4-D9D4-26B2102A8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NI" dirty="0"/>
              <a:t>Al finalizar la semana, los participantes comprenderán y aplicarán los principios de herencia y polimorfismo en Java, utilizando </a:t>
            </a:r>
            <a:r>
              <a:rPr lang="es-NI" dirty="0" err="1"/>
              <a:t>extends</a:t>
            </a:r>
            <a:r>
              <a:rPr lang="es-NI" dirty="0"/>
              <a:t>, super, </a:t>
            </a:r>
            <a:r>
              <a:rPr lang="es-NI" dirty="0" err="1"/>
              <a:t>sobrescritura</a:t>
            </a:r>
            <a:r>
              <a:rPr lang="es-NI" dirty="0"/>
              <a:t> de métodos, clases abstractas e interfaces. Además, desarrollarán un mini proyecto donde implementen jerarquías de clases de manera práctica y coherente.</a:t>
            </a:r>
          </a:p>
          <a:p>
            <a:endParaRPr lang="es-NI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7D9F60F-8274-B8CB-5D0A-84CDBE09D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8190" y="4274127"/>
            <a:ext cx="2583873" cy="258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04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0E6202-D84C-6BCC-E6AB-5F1750562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s-NI" dirty="0"/>
              <a:t>Conceptos básicos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38D1306-80E6-1F23-4F82-75F3E15F32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756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2376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0D791-2A09-DE6D-7CBE-2E49B679C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- Herencia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F3F84C9D-9BD4-C2ED-5429-A7D482E11F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686" r="-2" b="-2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46FCC7E6-8795-BCA2-D506-1A6CEF1824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410448"/>
            <a:ext cx="5803322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68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361F9C2-CDE1-FC20-8B4E-7D256ECC6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Ejemplo - Herencia 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CBFCDD17-ECAD-AE7B-35C4-67D69E8564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1046" y="2124607"/>
            <a:ext cx="8649907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44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C39FD-D56D-A05D-23B1-6539F6159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s-NI" dirty="0"/>
              <a:t>Actividad Práctica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01152E4-0361-0AE5-1EE7-4DBDBD7BF5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3527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1923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DB9D3B0-313F-1A9C-A9BE-A376D3C0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¿Qué ventajas tiene reutilizar el código de la superclase?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8E265F7-F7FC-5E32-8151-A60FE081A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NI" dirty="0"/>
              <a:t>Pregunta de reflexión</a:t>
            </a:r>
          </a:p>
        </p:txBody>
      </p:sp>
    </p:spTree>
    <p:extLst>
      <p:ext uri="{BB962C8B-B14F-4D97-AF65-F5344CB8AC3E}">
        <p14:creationId xmlns:p14="http://schemas.microsoft.com/office/powerpoint/2010/main" val="4174547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2A70F3E-F53D-9F64-52F6-1B421CD73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s-NI" dirty="0"/>
              <a:t>Actividad Práctica</a:t>
            </a:r>
          </a:p>
        </p:txBody>
      </p:sp>
      <p:graphicFrame>
        <p:nvGraphicFramePr>
          <p:cNvPr id="7" name="Marcador de contenido 4">
            <a:extLst>
              <a:ext uri="{FF2B5EF4-FFF2-40B4-BE49-F238E27FC236}">
                <a16:creationId xmlns:a16="http://schemas.microsoft.com/office/drawing/2014/main" id="{777A2198-12A4-0E83-D9EE-4FA6459DAD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4035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3784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77155-F26B-D48F-B780-08137CE0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s-NI" dirty="0"/>
              <a:t>Polimorfismo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1D8DBCC-DD43-608D-CFA0-5F342A2D6C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072543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8372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70047-BF10-DADF-A5C9-E9749EECC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Ejemplo - Polimorfismo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5C2A2B3-CABC-0D15-0A38-47D4DE184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9395" y="1825625"/>
            <a:ext cx="67532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157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05082-9F27-0212-8C6A-61EFF3DD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2ED38-4FAD-4E45-328F-8D5634E14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Ejemplo - Polimorfismo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741DB808-67C4-DC32-6874-AD989C10F8D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1918" b="-2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9C559BE0-013C-A243-1322-789C375758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199" y="2410449"/>
            <a:ext cx="5803323" cy="389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475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09555-8EB0-34D1-9C01-540709713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/>
              <a:t>Ejemplo - Polimorfismo</a:t>
            </a:r>
            <a:endParaRPr lang="es-NI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5B1CC40C-7DC0-AC01-EC5D-92620B92D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2399"/>
            <a:ext cx="10515600" cy="349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79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FF042-02AD-B537-3A66-73AA7446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Mini Proyecto de cierre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CAAA43-E585-B6E5-D504-406D05C48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00440" cy="4351338"/>
          </a:xfrm>
        </p:spPr>
        <p:txBody>
          <a:bodyPr>
            <a:normAutofit fontScale="92500" lnSpcReduction="10000"/>
          </a:bodyPr>
          <a:lstStyle/>
          <a:p>
            <a:r>
              <a:rPr lang="es-NI" b="1" dirty="0"/>
              <a:t>Objetivo:</a:t>
            </a:r>
            <a:r>
              <a:rPr lang="es-NI" dirty="0"/>
              <a:t> Aplicar herencia, polimorfismo, clases abstractas e interfaces.</a:t>
            </a:r>
          </a:p>
          <a:p>
            <a:r>
              <a:rPr lang="es-NI" b="1" dirty="0"/>
              <a:t>Instrucciones:</a:t>
            </a:r>
            <a:endParaRPr lang="es-NI" dirty="0"/>
          </a:p>
          <a:p>
            <a:pPr lvl="1"/>
            <a:r>
              <a:rPr lang="es-NI" dirty="0"/>
              <a:t>Crea una clase abstracta </a:t>
            </a:r>
            <a:r>
              <a:rPr lang="es-NI" dirty="0" err="1"/>
              <a:t>Vehiculo</a:t>
            </a:r>
            <a:r>
              <a:rPr lang="es-NI" dirty="0"/>
              <a:t> con atributos marca y modelo, y un método abstracto mover().</a:t>
            </a:r>
          </a:p>
          <a:p>
            <a:pPr lvl="1"/>
            <a:r>
              <a:rPr lang="es-NI" dirty="0"/>
              <a:t>Implementa subclases como Carro, Moto y </a:t>
            </a:r>
            <a:r>
              <a:rPr lang="es-NI" dirty="0" err="1"/>
              <a:t>Camion</a:t>
            </a:r>
            <a:r>
              <a:rPr lang="es-NI" dirty="0"/>
              <a:t>, cada una sobrescribiendo mover().</a:t>
            </a:r>
          </a:p>
          <a:p>
            <a:pPr lvl="1"/>
            <a:r>
              <a:rPr lang="es-NI" dirty="0"/>
              <a:t>Crea una interfaz Combustible con un método recargar(). Haz que Carro y </a:t>
            </a:r>
            <a:r>
              <a:rPr lang="es-NI" dirty="0" err="1"/>
              <a:t>Camion</a:t>
            </a:r>
            <a:r>
              <a:rPr lang="es-NI" dirty="0"/>
              <a:t> la implementen.</a:t>
            </a:r>
          </a:p>
          <a:p>
            <a:pPr lvl="1"/>
            <a:r>
              <a:rPr lang="es-NI" dirty="0"/>
              <a:t>En el </a:t>
            </a:r>
            <a:r>
              <a:rPr lang="es-NI" dirty="0" err="1"/>
              <a:t>main</a:t>
            </a:r>
            <a:r>
              <a:rPr lang="es-NI" dirty="0"/>
              <a:t>, genera un arreglo de </a:t>
            </a:r>
            <a:r>
              <a:rPr lang="es-NI" dirty="0" err="1"/>
              <a:t>Vehiculo</a:t>
            </a:r>
            <a:r>
              <a:rPr lang="es-NI" dirty="0"/>
              <a:t> e invoca sus métodos polimórficamente.</a:t>
            </a:r>
          </a:p>
          <a:p>
            <a:r>
              <a:rPr lang="es-NI" b="1" dirty="0"/>
              <a:t>Entrega esperada:</a:t>
            </a:r>
            <a:r>
              <a:rPr lang="es-NI" dirty="0"/>
              <a:t> Código documentado + un diagrama sencillo de la jerarquía de clases.</a:t>
            </a:r>
          </a:p>
          <a:p>
            <a:endParaRPr lang="es-NI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0D2CDE-CEB2-4A23-CBCA-F7446C9B7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970" y="2363759"/>
            <a:ext cx="3626416" cy="279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32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01E4C-BE97-1309-C392-0B4AF6DBA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Referencias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7BF26E-BA16-8F21-CB24-910B0E9D8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NI" dirty="0"/>
              <a:t>Oracle. (s. f.-a). </a:t>
            </a:r>
            <a:r>
              <a:rPr lang="es-NI" dirty="0" err="1"/>
              <a:t>Subclasses</a:t>
            </a:r>
            <a:r>
              <a:rPr lang="es-NI" dirty="0"/>
              <a:t>. In </a:t>
            </a:r>
            <a:r>
              <a:rPr lang="es-NI" dirty="0" err="1"/>
              <a:t>The</a:t>
            </a:r>
            <a:r>
              <a:rPr lang="es-NI" dirty="0"/>
              <a:t> Java™ </a:t>
            </a:r>
            <a:r>
              <a:rPr lang="es-NI" dirty="0" err="1"/>
              <a:t>Tutorials</a:t>
            </a:r>
            <a:r>
              <a:rPr lang="es-NI" dirty="0"/>
              <a:t>. Oracle. </a:t>
            </a:r>
            <a:r>
              <a:rPr lang="es-NI" dirty="0">
                <a:hlinkClick r:id="rId2"/>
              </a:rPr>
              <a:t>https://docs.oracle.com/javase/tutorial/java/IandI/subclasses.html</a:t>
            </a:r>
            <a:endParaRPr lang="es-NI" dirty="0"/>
          </a:p>
          <a:p>
            <a:r>
              <a:rPr lang="es-NI" dirty="0"/>
              <a:t>Oracle. (s. f.-b). </a:t>
            </a:r>
            <a:r>
              <a:rPr lang="es-NI" dirty="0" err="1"/>
              <a:t>Polymorphism</a:t>
            </a:r>
            <a:r>
              <a:rPr lang="es-NI" dirty="0"/>
              <a:t>. In </a:t>
            </a:r>
            <a:r>
              <a:rPr lang="es-NI" dirty="0" err="1"/>
              <a:t>The</a:t>
            </a:r>
            <a:r>
              <a:rPr lang="es-NI" dirty="0"/>
              <a:t> Java™ </a:t>
            </a:r>
            <a:r>
              <a:rPr lang="es-NI" dirty="0" err="1"/>
              <a:t>Tutorials</a:t>
            </a:r>
            <a:r>
              <a:rPr lang="es-NI" dirty="0"/>
              <a:t>. Oracle. https://docs.oracle.com/javase/tutorial/java/IandI/polymorphism.html</a:t>
            </a:r>
          </a:p>
          <a:p>
            <a:endParaRPr lang="es-NI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799001-A19B-2BFB-4093-2EE3D9155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649" y="4187657"/>
            <a:ext cx="3526146" cy="230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69948"/>
      </p:ext>
    </p:extLst>
  </p:cSld>
  <p:clrMapOvr>
    <a:masterClrMapping/>
  </p:clrMapOvr>
</p:sld>
</file>

<file path=ppt/theme/theme1.xml><?xml version="1.0" encoding="utf-8"?>
<a:theme xmlns:a="http://schemas.openxmlformats.org/drawingml/2006/main" name="Formato Ingeniería y Arquitec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Formato Ingeniería y Arquitectura</Template>
  <TotalTime>161</TotalTime>
  <Words>550</Words>
  <Application>Microsoft Office PowerPoint</Application>
  <PresentationFormat>Panorámica</PresentationFormat>
  <Paragraphs>49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Franklin Gothic Book</vt:lpstr>
      <vt:lpstr>Franklin Gothic Medium</vt:lpstr>
      <vt:lpstr>Formato Ingeniería y Arquitectura</vt:lpstr>
      <vt:lpstr>Metodología y Programación Orientada a Objetos I</vt:lpstr>
      <vt:lpstr>Contenido</vt:lpstr>
      <vt:lpstr>INDICADOR DE LOGRO</vt:lpstr>
      <vt:lpstr>Conceptos básicos</vt:lpstr>
      <vt:lpstr>Ejemplo - Herencia</vt:lpstr>
      <vt:lpstr>Ejemplo - Herencia </vt:lpstr>
      <vt:lpstr>Actividad Práctica</vt:lpstr>
      <vt:lpstr>¿Qué ventajas tiene reutilizar el código de la superclase?</vt:lpstr>
      <vt:lpstr>Actividad Práctica</vt:lpstr>
      <vt:lpstr>Polimorfismo</vt:lpstr>
      <vt:lpstr>Ejemplo - Polimorfismo</vt:lpstr>
      <vt:lpstr>Ejemplo - Polimorfismo</vt:lpstr>
      <vt:lpstr>Ejemplo - Polimorfismo</vt:lpstr>
      <vt:lpstr>Mini Proyecto de cierre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Cuenta Personal</dc:creator>
  <cp:lastModifiedBy>Cuenta Personal</cp:lastModifiedBy>
  <cp:revision>2</cp:revision>
  <dcterms:created xsi:type="dcterms:W3CDTF">2025-09-15T16:11:20Z</dcterms:created>
  <dcterms:modified xsi:type="dcterms:W3CDTF">2025-09-15T18:53:02Z</dcterms:modified>
</cp:coreProperties>
</file>